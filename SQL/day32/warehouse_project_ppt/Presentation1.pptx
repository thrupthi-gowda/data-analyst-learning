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60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71E36F-0DB4-4E29-B080-1628E893436D}" type="datetimeFigureOut">
              <a:rPr lang="en-IN" smtClean="0"/>
              <a:t>28-05-2026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3101BF-4FF6-4035-AD31-254DABBFAAD3}" type="slidenum">
              <a:rPr lang="en-IN" smtClean="0"/>
              <a:t>‹#›</a:t>
            </a:fld>
            <a:endParaRPr lang="en-IN"/>
          </a:p>
        </p:txBody>
      </p:sp>
    </p:spTree>
    <p:extLst>
      <p:ext uri="{BB962C8B-B14F-4D97-AF65-F5344CB8AC3E}">
        <p14:creationId xmlns:p14="http://schemas.microsoft.com/office/powerpoint/2010/main" val="2793007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4D917-770E-5576-B59B-DB1146A521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AB86767-2C3D-2405-323F-E948170909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3C9B5CE-E0C2-1FDC-274B-0BC8D935F6EB}"/>
              </a:ext>
            </a:extLst>
          </p:cNvPr>
          <p:cNvSpPr>
            <a:spLocks noGrp="1"/>
          </p:cNvSpPr>
          <p:nvPr>
            <p:ph type="dt" sz="half" idx="10"/>
          </p:nvPr>
        </p:nvSpPr>
        <p:spPr/>
        <p:txBody>
          <a:bodyPr/>
          <a:lstStyle/>
          <a:p>
            <a:fld id="{BC87DF83-F755-4934-9EFC-8448DD5BC571}" type="datetime1">
              <a:rPr lang="en-IN" smtClean="0"/>
              <a:t>28-05-2026</a:t>
            </a:fld>
            <a:endParaRPr lang="en-IN"/>
          </a:p>
        </p:txBody>
      </p:sp>
      <p:sp>
        <p:nvSpPr>
          <p:cNvPr id="5" name="Footer Placeholder 4">
            <a:extLst>
              <a:ext uri="{FF2B5EF4-FFF2-40B4-BE49-F238E27FC236}">
                <a16:creationId xmlns:a16="http://schemas.microsoft.com/office/drawing/2014/main" id="{6BA41A3C-EAA8-8570-0663-23BB2835D453}"/>
              </a:ext>
            </a:extLst>
          </p:cNvPr>
          <p:cNvSpPr>
            <a:spLocks noGrp="1"/>
          </p:cNvSpPr>
          <p:nvPr>
            <p:ph type="ftr" sz="quarter" idx="11"/>
          </p:nvPr>
        </p:nvSpPr>
        <p:spPr/>
        <p:txBody>
          <a:bodyPr/>
          <a:lstStyle/>
          <a:p>
            <a:r>
              <a:rPr lang="en-US"/>
              <a:t>Department of Computer Science and Engineering,AJIET</a:t>
            </a:r>
            <a:endParaRPr lang="en-IN"/>
          </a:p>
        </p:txBody>
      </p:sp>
      <p:sp>
        <p:nvSpPr>
          <p:cNvPr id="6" name="Slide Number Placeholder 5">
            <a:extLst>
              <a:ext uri="{FF2B5EF4-FFF2-40B4-BE49-F238E27FC236}">
                <a16:creationId xmlns:a16="http://schemas.microsoft.com/office/drawing/2014/main" id="{5CF87DB2-7E96-75F3-7E31-638E48FD40A5}"/>
              </a:ext>
            </a:extLst>
          </p:cNvPr>
          <p:cNvSpPr>
            <a:spLocks noGrp="1"/>
          </p:cNvSpPr>
          <p:nvPr>
            <p:ph type="sldNum" sz="quarter" idx="12"/>
          </p:nvPr>
        </p:nvSpPr>
        <p:spPr/>
        <p:txBody>
          <a:bodyPr/>
          <a:lstStyle/>
          <a:p>
            <a:fld id="{6D70A11B-93ED-4B40-B382-8886A9874F19}" type="slidenum">
              <a:rPr lang="en-IN" smtClean="0"/>
              <a:t>‹#›</a:t>
            </a:fld>
            <a:endParaRPr lang="en-IN"/>
          </a:p>
        </p:txBody>
      </p:sp>
    </p:spTree>
    <p:extLst>
      <p:ext uri="{BB962C8B-B14F-4D97-AF65-F5344CB8AC3E}">
        <p14:creationId xmlns:p14="http://schemas.microsoft.com/office/powerpoint/2010/main" val="4178508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0F27E-60AE-935F-5EDF-29B86FF7F1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459902-2BAB-3D9D-1DB0-D93ED0745A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5A35CD-DA20-683C-CA05-6E9CE57196DD}"/>
              </a:ext>
            </a:extLst>
          </p:cNvPr>
          <p:cNvSpPr>
            <a:spLocks noGrp="1"/>
          </p:cNvSpPr>
          <p:nvPr>
            <p:ph type="dt" sz="half" idx="10"/>
          </p:nvPr>
        </p:nvSpPr>
        <p:spPr/>
        <p:txBody>
          <a:bodyPr/>
          <a:lstStyle/>
          <a:p>
            <a:fld id="{A80ABA40-97E5-4DCC-A08A-CDD7F7835EBD}" type="datetime1">
              <a:rPr lang="en-IN" smtClean="0"/>
              <a:t>28-05-2026</a:t>
            </a:fld>
            <a:endParaRPr lang="en-IN"/>
          </a:p>
        </p:txBody>
      </p:sp>
      <p:sp>
        <p:nvSpPr>
          <p:cNvPr id="5" name="Footer Placeholder 4">
            <a:extLst>
              <a:ext uri="{FF2B5EF4-FFF2-40B4-BE49-F238E27FC236}">
                <a16:creationId xmlns:a16="http://schemas.microsoft.com/office/drawing/2014/main" id="{006982FD-66E5-C5D7-2081-A949545A0492}"/>
              </a:ext>
            </a:extLst>
          </p:cNvPr>
          <p:cNvSpPr>
            <a:spLocks noGrp="1"/>
          </p:cNvSpPr>
          <p:nvPr>
            <p:ph type="ftr" sz="quarter" idx="11"/>
          </p:nvPr>
        </p:nvSpPr>
        <p:spPr/>
        <p:txBody>
          <a:bodyPr/>
          <a:lstStyle/>
          <a:p>
            <a:r>
              <a:rPr lang="en-US"/>
              <a:t>Department of Computer Science and Engineering,AJIET</a:t>
            </a:r>
            <a:endParaRPr lang="en-IN"/>
          </a:p>
        </p:txBody>
      </p:sp>
      <p:sp>
        <p:nvSpPr>
          <p:cNvPr id="6" name="Slide Number Placeholder 5">
            <a:extLst>
              <a:ext uri="{FF2B5EF4-FFF2-40B4-BE49-F238E27FC236}">
                <a16:creationId xmlns:a16="http://schemas.microsoft.com/office/drawing/2014/main" id="{8A235F91-A690-03CB-1555-12E9460102FF}"/>
              </a:ext>
            </a:extLst>
          </p:cNvPr>
          <p:cNvSpPr>
            <a:spLocks noGrp="1"/>
          </p:cNvSpPr>
          <p:nvPr>
            <p:ph type="sldNum" sz="quarter" idx="12"/>
          </p:nvPr>
        </p:nvSpPr>
        <p:spPr/>
        <p:txBody>
          <a:bodyPr/>
          <a:lstStyle/>
          <a:p>
            <a:fld id="{6D70A11B-93ED-4B40-B382-8886A9874F19}" type="slidenum">
              <a:rPr lang="en-IN" smtClean="0"/>
              <a:t>‹#›</a:t>
            </a:fld>
            <a:endParaRPr lang="en-IN"/>
          </a:p>
        </p:txBody>
      </p:sp>
    </p:spTree>
    <p:extLst>
      <p:ext uri="{BB962C8B-B14F-4D97-AF65-F5344CB8AC3E}">
        <p14:creationId xmlns:p14="http://schemas.microsoft.com/office/powerpoint/2010/main" val="911242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C3BFC-F6DC-366D-088F-41793C3F5F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3608BF-26AD-7AF5-9D9E-7B7B7C9817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E5C3BF-5A2B-3482-2E74-CD6D1DD9F2AD}"/>
              </a:ext>
            </a:extLst>
          </p:cNvPr>
          <p:cNvSpPr>
            <a:spLocks noGrp="1"/>
          </p:cNvSpPr>
          <p:nvPr>
            <p:ph type="dt" sz="half" idx="10"/>
          </p:nvPr>
        </p:nvSpPr>
        <p:spPr/>
        <p:txBody>
          <a:bodyPr/>
          <a:lstStyle/>
          <a:p>
            <a:fld id="{8450B5C9-DAB9-44CC-B29D-404E41517F14}" type="datetime1">
              <a:rPr lang="en-IN" smtClean="0"/>
              <a:t>28-05-2026</a:t>
            </a:fld>
            <a:endParaRPr lang="en-IN"/>
          </a:p>
        </p:txBody>
      </p:sp>
      <p:sp>
        <p:nvSpPr>
          <p:cNvPr id="5" name="Footer Placeholder 4">
            <a:extLst>
              <a:ext uri="{FF2B5EF4-FFF2-40B4-BE49-F238E27FC236}">
                <a16:creationId xmlns:a16="http://schemas.microsoft.com/office/drawing/2014/main" id="{9447C3DE-CB0B-9C1A-17CF-496D467E1335}"/>
              </a:ext>
            </a:extLst>
          </p:cNvPr>
          <p:cNvSpPr>
            <a:spLocks noGrp="1"/>
          </p:cNvSpPr>
          <p:nvPr>
            <p:ph type="ftr" sz="quarter" idx="11"/>
          </p:nvPr>
        </p:nvSpPr>
        <p:spPr/>
        <p:txBody>
          <a:bodyPr/>
          <a:lstStyle/>
          <a:p>
            <a:r>
              <a:rPr lang="en-US"/>
              <a:t>Department of Computer Science and Engineering,AJIET</a:t>
            </a:r>
            <a:endParaRPr lang="en-IN"/>
          </a:p>
        </p:txBody>
      </p:sp>
      <p:sp>
        <p:nvSpPr>
          <p:cNvPr id="6" name="Slide Number Placeholder 5">
            <a:extLst>
              <a:ext uri="{FF2B5EF4-FFF2-40B4-BE49-F238E27FC236}">
                <a16:creationId xmlns:a16="http://schemas.microsoft.com/office/drawing/2014/main" id="{6A91BCC9-F609-A3F1-27D8-25AC533C2072}"/>
              </a:ext>
            </a:extLst>
          </p:cNvPr>
          <p:cNvSpPr>
            <a:spLocks noGrp="1"/>
          </p:cNvSpPr>
          <p:nvPr>
            <p:ph type="sldNum" sz="quarter" idx="12"/>
          </p:nvPr>
        </p:nvSpPr>
        <p:spPr/>
        <p:txBody>
          <a:bodyPr/>
          <a:lstStyle/>
          <a:p>
            <a:fld id="{6D70A11B-93ED-4B40-B382-8886A9874F19}" type="slidenum">
              <a:rPr lang="en-IN" smtClean="0"/>
              <a:t>‹#›</a:t>
            </a:fld>
            <a:endParaRPr lang="en-IN"/>
          </a:p>
        </p:txBody>
      </p:sp>
    </p:spTree>
    <p:extLst>
      <p:ext uri="{BB962C8B-B14F-4D97-AF65-F5344CB8AC3E}">
        <p14:creationId xmlns:p14="http://schemas.microsoft.com/office/powerpoint/2010/main" val="2069094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DD20A-92DE-B96D-8DD5-D39C7110E1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6AD690-C667-5677-BA6F-A743897D17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EBB533-6716-548A-C141-CFEA7781BB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4DC04A-FFF5-B07D-1A36-5B6869E4E3B9}"/>
              </a:ext>
            </a:extLst>
          </p:cNvPr>
          <p:cNvSpPr>
            <a:spLocks noGrp="1"/>
          </p:cNvSpPr>
          <p:nvPr>
            <p:ph type="dt" sz="half" idx="10"/>
          </p:nvPr>
        </p:nvSpPr>
        <p:spPr/>
        <p:txBody>
          <a:bodyPr/>
          <a:lstStyle/>
          <a:p>
            <a:fld id="{F173ECEC-C685-4AB8-A9CB-9522302A6218}" type="datetime1">
              <a:rPr lang="en-IN" smtClean="0"/>
              <a:t>28-05-2026</a:t>
            </a:fld>
            <a:endParaRPr lang="en-IN"/>
          </a:p>
        </p:txBody>
      </p:sp>
      <p:sp>
        <p:nvSpPr>
          <p:cNvPr id="6" name="Footer Placeholder 5">
            <a:extLst>
              <a:ext uri="{FF2B5EF4-FFF2-40B4-BE49-F238E27FC236}">
                <a16:creationId xmlns:a16="http://schemas.microsoft.com/office/drawing/2014/main" id="{56B11B6D-8D7C-73D2-152A-FC997F6A999D}"/>
              </a:ext>
            </a:extLst>
          </p:cNvPr>
          <p:cNvSpPr>
            <a:spLocks noGrp="1"/>
          </p:cNvSpPr>
          <p:nvPr>
            <p:ph type="ftr" sz="quarter" idx="11"/>
          </p:nvPr>
        </p:nvSpPr>
        <p:spPr/>
        <p:txBody>
          <a:bodyPr/>
          <a:lstStyle/>
          <a:p>
            <a:r>
              <a:rPr lang="en-US"/>
              <a:t>Department of Computer Science and Engineering,AJIET</a:t>
            </a:r>
            <a:endParaRPr lang="en-IN"/>
          </a:p>
        </p:txBody>
      </p:sp>
      <p:sp>
        <p:nvSpPr>
          <p:cNvPr id="7" name="Slide Number Placeholder 6">
            <a:extLst>
              <a:ext uri="{FF2B5EF4-FFF2-40B4-BE49-F238E27FC236}">
                <a16:creationId xmlns:a16="http://schemas.microsoft.com/office/drawing/2014/main" id="{0241AFF6-9D87-EE69-4D7E-7CB78D3D9794}"/>
              </a:ext>
            </a:extLst>
          </p:cNvPr>
          <p:cNvSpPr>
            <a:spLocks noGrp="1"/>
          </p:cNvSpPr>
          <p:nvPr>
            <p:ph type="sldNum" sz="quarter" idx="12"/>
          </p:nvPr>
        </p:nvSpPr>
        <p:spPr/>
        <p:txBody>
          <a:bodyPr/>
          <a:lstStyle/>
          <a:p>
            <a:fld id="{6D70A11B-93ED-4B40-B382-8886A9874F19}" type="slidenum">
              <a:rPr lang="en-IN" smtClean="0"/>
              <a:t>‹#›</a:t>
            </a:fld>
            <a:endParaRPr lang="en-IN"/>
          </a:p>
        </p:txBody>
      </p:sp>
    </p:spTree>
    <p:extLst>
      <p:ext uri="{BB962C8B-B14F-4D97-AF65-F5344CB8AC3E}">
        <p14:creationId xmlns:p14="http://schemas.microsoft.com/office/powerpoint/2010/main" val="208058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C7125-D66F-D49B-DA2C-626C099D16D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53B32D-59DC-1203-A901-4E86EB2214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3EC5E0-77C2-70EA-D15C-3091B73FAE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450D08C-CA72-3B6D-BA28-03F50DAF74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81529A-A53B-6E20-DFD3-A07AF8870A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F830C76-F83C-20B7-8DB6-68D5ACA92616}"/>
              </a:ext>
            </a:extLst>
          </p:cNvPr>
          <p:cNvSpPr>
            <a:spLocks noGrp="1"/>
          </p:cNvSpPr>
          <p:nvPr>
            <p:ph type="dt" sz="half" idx="10"/>
          </p:nvPr>
        </p:nvSpPr>
        <p:spPr/>
        <p:txBody>
          <a:bodyPr/>
          <a:lstStyle/>
          <a:p>
            <a:fld id="{3BB0DA8B-0574-486E-8BEC-697F5AEE4E69}" type="datetime1">
              <a:rPr lang="en-IN" smtClean="0"/>
              <a:t>28-05-2026</a:t>
            </a:fld>
            <a:endParaRPr lang="en-IN"/>
          </a:p>
        </p:txBody>
      </p:sp>
      <p:sp>
        <p:nvSpPr>
          <p:cNvPr id="8" name="Footer Placeholder 7">
            <a:extLst>
              <a:ext uri="{FF2B5EF4-FFF2-40B4-BE49-F238E27FC236}">
                <a16:creationId xmlns:a16="http://schemas.microsoft.com/office/drawing/2014/main" id="{C9BD26CB-3FB2-AFB8-DA65-9C4FE76B135A}"/>
              </a:ext>
            </a:extLst>
          </p:cNvPr>
          <p:cNvSpPr>
            <a:spLocks noGrp="1"/>
          </p:cNvSpPr>
          <p:nvPr>
            <p:ph type="ftr" sz="quarter" idx="11"/>
          </p:nvPr>
        </p:nvSpPr>
        <p:spPr/>
        <p:txBody>
          <a:bodyPr/>
          <a:lstStyle/>
          <a:p>
            <a:r>
              <a:rPr lang="en-US"/>
              <a:t>Department of Computer Science and Engineering,AJIET</a:t>
            </a:r>
            <a:endParaRPr lang="en-IN"/>
          </a:p>
        </p:txBody>
      </p:sp>
      <p:sp>
        <p:nvSpPr>
          <p:cNvPr id="9" name="Slide Number Placeholder 8">
            <a:extLst>
              <a:ext uri="{FF2B5EF4-FFF2-40B4-BE49-F238E27FC236}">
                <a16:creationId xmlns:a16="http://schemas.microsoft.com/office/drawing/2014/main" id="{BE8CA027-DF55-D67C-5982-F516ED63AFFF}"/>
              </a:ext>
            </a:extLst>
          </p:cNvPr>
          <p:cNvSpPr>
            <a:spLocks noGrp="1"/>
          </p:cNvSpPr>
          <p:nvPr>
            <p:ph type="sldNum" sz="quarter" idx="12"/>
          </p:nvPr>
        </p:nvSpPr>
        <p:spPr/>
        <p:txBody>
          <a:bodyPr/>
          <a:lstStyle/>
          <a:p>
            <a:fld id="{6D70A11B-93ED-4B40-B382-8886A9874F19}" type="slidenum">
              <a:rPr lang="en-IN" smtClean="0"/>
              <a:t>‹#›</a:t>
            </a:fld>
            <a:endParaRPr lang="en-IN"/>
          </a:p>
        </p:txBody>
      </p:sp>
    </p:spTree>
    <p:extLst>
      <p:ext uri="{BB962C8B-B14F-4D97-AF65-F5344CB8AC3E}">
        <p14:creationId xmlns:p14="http://schemas.microsoft.com/office/powerpoint/2010/main" val="1032513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04C1D-6709-F7F7-D568-49FF3A008FE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1E7AEC9-5E6D-28E9-7D3E-104BD0EA52FA}"/>
              </a:ext>
            </a:extLst>
          </p:cNvPr>
          <p:cNvSpPr>
            <a:spLocks noGrp="1"/>
          </p:cNvSpPr>
          <p:nvPr>
            <p:ph type="dt" sz="half" idx="10"/>
          </p:nvPr>
        </p:nvSpPr>
        <p:spPr/>
        <p:txBody>
          <a:bodyPr/>
          <a:lstStyle/>
          <a:p>
            <a:fld id="{FA8F6CAA-73DB-46C8-8F1C-A6EA559350DC}" type="datetime1">
              <a:rPr lang="en-IN" smtClean="0"/>
              <a:t>28-05-2026</a:t>
            </a:fld>
            <a:endParaRPr lang="en-IN"/>
          </a:p>
        </p:txBody>
      </p:sp>
      <p:sp>
        <p:nvSpPr>
          <p:cNvPr id="4" name="Footer Placeholder 3">
            <a:extLst>
              <a:ext uri="{FF2B5EF4-FFF2-40B4-BE49-F238E27FC236}">
                <a16:creationId xmlns:a16="http://schemas.microsoft.com/office/drawing/2014/main" id="{B97B813F-5052-B89E-AA43-35DFC1F54FA4}"/>
              </a:ext>
            </a:extLst>
          </p:cNvPr>
          <p:cNvSpPr>
            <a:spLocks noGrp="1"/>
          </p:cNvSpPr>
          <p:nvPr>
            <p:ph type="ftr" sz="quarter" idx="11"/>
          </p:nvPr>
        </p:nvSpPr>
        <p:spPr/>
        <p:txBody>
          <a:bodyPr/>
          <a:lstStyle/>
          <a:p>
            <a:r>
              <a:rPr lang="en-US"/>
              <a:t>Department of Computer Science and Engineering,AJIET</a:t>
            </a:r>
            <a:endParaRPr lang="en-IN"/>
          </a:p>
        </p:txBody>
      </p:sp>
      <p:sp>
        <p:nvSpPr>
          <p:cNvPr id="5" name="Slide Number Placeholder 4">
            <a:extLst>
              <a:ext uri="{FF2B5EF4-FFF2-40B4-BE49-F238E27FC236}">
                <a16:creationId xmlns:a16="http://schemas.microsoft.com/office/drawing/2014/main" id="{CC8C9020-7B7C-57A6-8654-C7DD5597B1D6}"/>
              </a:ext>
            </a:extLst>
          </p:cNvPr>
          <p:cNvSpPr>
            <a:spLocks noGrp="1"/>
          </p:cNvSpPr>
          <p:nvPr>
            <p:ph type="sldNum" sz="quarter" idx="12"/>
          </p:nvPr>
        </p:nvSpPr>
        <p:spPr/>
        <p:txBody>
          <a:bodyPr/>
          <a:lstStyle/>
          <a:p>
            <a:fld id="{6D70A11B-93ED-4B40-B382-8886A9874F19}" type="slidenum">
              <a:rPr lang="en-IN" smtClean="0"/>
              <a:t>‹#›</a:t>
            </a:fld>
            <a:endParaRPr lang="en-IN"/>
          </a:p>
        </p:txBody>
      </p:sp>
    </p:spTree>
    <p:extLst>
      <p:ext uri="{BB962C8B-B14F-4D97-AF65-F5344CB8AC3E}">
        <p14:creationId xmlns:p14="http://schemas.microsoft.com/office/powerpoint/2010/main" val="3990294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027F3B-B4BA-7CF7-C4BD-85DCDE9F519E}"/>
              </a:ext>
            </a:extLst>
          </p:cNvPr>
          <p:cNvSpPr>
            <a:spLocks noGrp="1"/>
          </p:cNvSpPr>
          <p:nvPr>
            <p:ph type="dt" sz="half" idx="10"/>
          </p:nvPr>
        </p:nvSpPr>
        <p:spPr/>
        <p:txBody>
          <a:bodyPr/>
          <a:lstStyle/>
          <a:p>
            <a:fld id="{B6751CFE-8A3A-4F97-9A3B-D6263B019A61}" type="datetime1">
              <a:rPr lang="en-IN" smtClean="0"/>
              <a:t>28-05-2026</a:t>
            </a:fld>
            <a:endParaRPr lang="en-IN"/>
          </a:p>
        </p:txBody>
      </p:sp>
      <p:sp>
        <p:nvSpPr>
          <p:cNvPr id="3" name="Footer Placeholder 2">
            <a:extLst>
              <a:ext uri="{FF2B5EF4-FFF2-40B4-BE49-F238E27FC236}">
                <a16:creationId xmlns:a16="http://schemas.microsoft.com/office/drawing/2014/main" id="{46B70C8A-5733-977F-981D-F01602A65E0A}"/>
              </a:ext>
            </a:extLst>
          </p:cNvPr>
          <p:cNvSpPr>
            <a:spLocks noGrp="1"/>
          </p:cNvSpPr>
          <p:nvPr>
            <p:ph type="ftr" sz="quarter" idx="11"/>
          </p:nvPr>
        </p:nvSpPr>
        <p:spPr/>
        <p:txBody>
          <a:bodyPr/>
          <a:lstStyle/>
          <a:p>
            <a:r>
              <a:rPr lang="en-US"/>
              <a:t>Department of Computer Science and Engineering,AJIET</a:t>
            </a:r>
            <a:endParaRPr lang="en-IN"/>
          </a:p>
        </p:txBody>
      </p:sp>
      <p:sp>
        <p:nvSpPr>
          <p:cNvPr id="4" name="Slide Number Placeholder 3">
            <a:extLst>
              <a:ext uri="{FF2B5EF4-FFF2-40B4-BE49-F238E27FC236}">
                <a16:creationId xmlns:a16="http://schemas.microsoft.com/office/drawing/2014/main" id="{9DCCA1E4-996A-FD4B-7F7A-1D1206FAA3B9}"/>
              </a:ext>
            </a:extLst>
          </p:cNvPr>
          <p:cNvSpPr>
            <a:spLocks noGrp="1"/>
          </p:cNvSpPr>
          <p:nvPr>
            <p:ph type="sldNum" sz="quarter" idx="12"/>
          </p:nvPr>
        </p:nvSpPr>
        <p:spPr/>
        <p:txBody>
          <a:bodyPr/>
          <a:lstStyle/>
          <a:p>
            <a:fld id="{6D70A11B-93ED-4B40-B382-8886A9874F19}" type="slidenum">
              <a:rPr lang="en-IN" smtClean="0"/>
              <a:t>‹#›</a:t>
            </a:fld>
            <a:endParaRPr lang="en-IN"/>
          </a:p>
        </p:txBody>
      </p:sp>
    </p:spTree>
    <p:extLst>
      <p:ext uri="{BB962C8B-B14F-4D97-AF65-F5344CB8AC3E}">
        <p14:creationId xmlns:p14="http://schemas.microsoft.com/office/powerpoint/2010/main" val="4239752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6D3D8-0BAC-1D7C-BE2D-D430E3710D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5E45CC9-A816-D564-6F10-B2E6D1495F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4597B50-4FCD-C32C-99DE-E6B8D0EF01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787290-C7CE-859A-48DB-4B2F4568D8E9}"/>
              </a:ext>
            </a:extLst>
          </p:cNvPr>
          <p:cNvSpPr>
            <a:spLocks noGrp="1"/>
          </p:cNvSpPr>
          <p:nvPr>
            <p:ph type="dt" sz="half" idx="10"/>
          </p:nvPr>
        </p:nvSpPr>
        <p:spPr/>
        <p:txBody>
          <a:bodyPr/>
          <a:lstStyle/>
          <a:p>
            <a:fld id="{1AA60A50-CBFE-4314-98DB-45E8C5B24749}" type="datetime1">
              <a:rPr lang="en-IN" smtClean="0"/>
              <a:t>28-05-2026</a:t>
            </a:fld>
            <a:endParaRPr lang="en-IN"/>
          </a:p>
        </p:txBody>
      </p:sp>
      <p:sp>
        <p:nvSpPr>
          <p:cNvPr id="6" name="Footer Placeholder 5">
            <a:extLst>
              <a:ext uri="{FF2B5EF4-FFF2-40B4-BE49-F238E27FC236}">
                <a16:creationId xmlns:a16="http://schemas.microsoft.com/office/drawing/2014/main" id="{70629938-39BC-D02D-9BCE-384B60EA2246}"/>
              </a:ext>
            </a:extLst>
          </p:cNvPr>
          <p:cNvSpPr>
            <a:spLocks noGrp="1"/>
          </p:cNvSpPr>
          <p:nvPr>
            <p:ph type="ftr" sz="quarter" idx="11"/>
          </p:nvPr>
        </p:nvSpPr>
        <p:spPr/>
        <p:txBody>
          <a:bodyPr/>
          <a:lstStyle/>
          <a:p>
            <a:r>
              <a:rPr lang="en-US"/>
              <a:t>Department of Computer Science and Engineering,AJIET</a:t>
            </a:r>
            <a:endParaRPr lang="en-IN"/>
          </a:p>
        </p:txBody>
      </p:sp>
      <p:sp>
        <p:nvSpPr>
          <p:cNvPr id="7" name="Slide Number Placeholder 6">
            <a:extLst>
              <a:ext uri="{FF2B5EF4-FFF2-40B4-BE49-F238E27FC236}">
                <a16:creationId xmlns:a16="http://schemas.microsoft.com/office/drawing/2014/main" id="{B6ABF328-B81F-F2D7-595D-FF02CFCBEBCC}"/>
              </a:ext>
            </a:extLst>
          </p:cNvPr>
          <p:cNvSpPr>
            <a:spLocks noGrp="1"/>
          </p:cNvSpPr>
          <p:nvPr>
            <p:ph type="sldNum" sz="quarter" idx="12"/>
          </p:nvPr>
        </p:nvSpPr>
        <p:spPr/>
        <p:txBody>
          <a:bodyPr/>
          <a:lstStyle/>
          <a:p>
            <a:fld id="{6D70A11B-93ED-4B40-B382-8886A9874F19}" type="slidenum">
              <a:rPr lang="en-IN" smtClean="0"/>
              <a:t>‹#›</a:t>
            </a:fld>
            <a:endParaRPr lang="en-IN"/>
          </a:p>
        </p:txBody>
      </p:sp>
    </p:spTree>
    <p:extLst>
      <p:ext uri="{BB962C8B-B14F-4D97-AF65-F5344CB8AC3E}">
        <p14:creationId xmlns:p14="http://schemas.microsoft.com/office/powerpoint/2010/main" val="2608227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7B22A-7DC6-6D81-6853-A1F0F73F4E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E32FD3A-E4AA-7938-D396-FFDA5025A8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EBC2C76-906C-C3C9-E563-01CB1957F4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57E53C-C526-4824-3BC6-E8D87E0CD3F7}"/>
              </a:ext>
            </a:extLst>
          </p:cNvPr>
          <p:cNvSpPr>
            <a:spLocks noGrp="1"/>
          </p:cNvSpPr>
          <p:nvPr>
            <p:ph type="dt" sz="half" idx="10"/>
          </p:nvPr>
        </p:nvSpPr>
        <p:spPr/>
        <p:txBody>
          <a:bodyPr/>
          <a:lstStyle/>
          <a:p>
            <a:fld id="{3DD1CC8C-D517-4C0B-AB9E-E264C67A8A6D}" type="datetime1">
              <a:rPr lang="en-IN" smtClean="0"/>
              <a:t>28-05-2026</a:t>
            </a:fld>
            <a:endParaRPr lang="en-IN"/>
          </a:p>
        </p:txBody>
      </p:sp>
      <p:sp>
        <p:nvSpPr>
          <p:cNvPr id="6" name="Footer Placeholder 5">
            <a:extLst>
              <a:ext uri="{FF2B5EF4-FFF2-40B4-BE49-F238E27FC236}">
                <a16:creationId xmlns:a16="http://schemas.microsoft.com/office/drawing/2014/main" id="{4A77303F-908A-5A5D-E6F6-4E9053305150}"/>
              </a:ext>
            </a:extLst>
          </p:cNvPr>
          <p:cNvSpPr>
            <a:spLocks noGrp="1"/>
          </p:cNvSpPr>
          <p:nvPr>
            <p:ph type="ftr" sz="quarter" idx="11"/>
          </p:nvPr>
        </p:nvSpPr>
        <p:spPr/>
        <p:txBody>
          <a:bodyPr/>
          <a:lstStyle/>
          <a:p>
            <a:r>
              <a:rPr lang="en-US"/>
              <a:t>Department of Computer Science and Engineering,AJIET</a:t>
            </a:r>
            <a:endParaRPr lang="en-IN"/>
          </a:p>
        </p:txBody>
      </p:sp>
      <p:sp>
        <p:nvSpPr>
          <p:cNvPr id="7" name="Slide Number Placeholder 6">
            <a:extLst>
              <a:ext uri="{FF2B5EF4-FFF2-40B4-BE49-F238E27FC236}">
                <a16:creationId xmlns:a16="http://schemas.microsoft.com/office/drawing/2014/main" id="{BF9A5ED7-E350-C239-F208-7167CAA2D4C4}"/>
              </a:ext>
            </a:extLst>
          </p:cNvPr>
          <p:cNvSpPr>
            <a:spLocks noGrp="1"/>
          </p:cNvSpPr>
          <p:nvPr>
            <p:ph type="sldNum" sz="quarter" idx="12"/>
          </p:nvPr>
        </p:nvSpPr>
        <p:spPr/>
        <p:txBody>
          <a:bodyPr/>
          <a:lstStyle/>
          <a:p>
            <a:fld id="{6D70A11B-93ED-4B40-B382-8886A9874F19}" type="slidenum">
              <a:rPr lang="en-IN" smtClean="0"/>
              <a:t>‹#›</a:t>
            </a:fld>
            <a:endParaRPr lang="en-IN"/>
          </a:p>
        </p:txBody>
      </p:sp>
    </p:spTree>
    <p:extLst>
      <p:ext uri="{BB962C8B-B14F-4D97-AF65-F5344CB8AC3E}">
        <p14:creationId xmlns:p14="http://schemas.microsoft.com/office/powerpoint/2010/main" val="3072547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8BDF5-8F03-073B-F04A-BA9FD4705ED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09B313-847A-9D18-39C3-609209F197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2DB6F8-746A-3F75-30E1-842C377A6A26}"/>
              </a:ext>
            </a:extLst>
          </p:cNvPr>
          <p:cNvSpPr>
            <a:spLocks noGrp="1"/>
          </p:cNvSpPr>
          <p:nvPr>
            <p:ph type="dt" sz="half" idx="10"/>
          </p:nvPr>
        </p:nvSpPr>
        <p:spPr/>
        <p:txBody>
          <a:bodyPr/>
          <a:lstStyle/>
          <a:p>
            <a:fld id="{ED649623-8781-4389-9E79-6AEF623607BF}" type="datetime1">
              <a:rPr lang="en-IN" smtClean="0"/>
              <a:t>28-05-2026</a:t>
            </a:fld>
            <a:endParaRPr lang="en-IN"/>
          </a:p>
        </p:txBody>
      </p:sp>
      <p:sp>
        <p:nvSpPr>
          <p:cNvPr id="5" name="Footer Placeholder 4">
            <a:extLst>
              <a:ext uri="{FF2B5EF4-FFF2-40B4-BE49-F238E27FC236}">
                <a16:creationId xmlns:a16="http://schemas.microsoft.com/office/drawing/2014/main" id="{2751BB84-996C-8D1A-986E-238184163C0E}"/>
              </a:ext>
            </a:extLst>
          </p:cNvPr>
          <p:cNvSpPr>
            <a:spLocks noGrp="1"/>
          </p:cNvSpPr>
          <p:nvPr>
            <p:ph type="ftr" sz="quarter" idx="11"/>
          </p:nvPr>
        </p:nvSpPr>
        <p:spPr/>
        <p:txBody>
          <a:bodyPr/>
          <a:lstStyle/>
          <a:p>
            <a:r>
              <a:rPr lang="en-US"/>
              <a:t>Department of Computer Science and Engineering,AJIET</a:t>
            </a:r>
            <a:endParaRPr lang="en-IN"/>
          </a:p>
        </p:txBody>
      </p:sp>
      <p:sp>
        <p:nvSpPr>
          <p:cNvPr id="6" name="Slide Number Placeholder 5">
            <a:extLst>
              <a:ext uri="{FF2B5EF4-FFF2-40B4-BE49-F238E27FC236}">
                <a16:creationId xmlns:a16="http://schemas.microsoft.com/office/drawing/2014/main" id="{74748AFA-F811-1AD0-6494-441185A50C06}"/>
              </a:ext>
            </a:extLst>
          </p:cNvPr>
          <p:cNvSpPr>
            <a:spLocks noGrp="1"/>
          </p:cNvSpPr>
          <p:nvPr>
            <p:ph type="sldNum" sz="quarter" idx="12"/>
          </p:nvPr>
        </p:nvSpPr>
        <p:spPr/>
        <p:txBody>
          <a:bodyPr/>
          <a:lstStyle/>
          <a:p>
            <a:fld id="{6D70A11B-93ED-4B40-B382-8886A9874F19}" type="slidenum">
              <a:rPr lang="en-IN" smtClean="0"/>
              <a:t>‹#›</a:t>
            </a:fld>
            <a:endParaRPr lang="en-IN"/>
          </a:p>
        </p:txBody>
      </p:sp>
    </p:spTree>
    <p:extLst>
      <p:ext uri="{BB962C8B-B14F-4D97-AF65-F5344CB8AC3E}">
        <p14:creationId xmlns:p14="http://schemas.microsoft.com/office/powerpoint/2010/main" val="3470221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EDE31E-6244-148D-B6BD-86EB7F72CA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9C6530-4F94-1166-4804-3DC0EFB5DA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65E247-090C-FD2B-E0D4-10C7A21425E3}"/>
              </a:ext>
            </a:extLst>
          </p:cNvPr>
          <p:cNvSpPr>
            <a:spLocks noGrp="1"/>
          </p:cNvSpPr>
          <p:nvPr>
            <p:ph type="dt" sz="half" idx="10"/>
          </p:nvPr>
        </p:nvSpPr>
        <p:spPr/>
        <p:txBody>
          <a:bodyPr/>
          <a:lstStyle/>
          <a:p>
            <a:fld id="{116AF2AD-EC36-45E4-92AF-50DADF6F906C}" type="datetime1">
              <a:rPr lang="en-IN" smtClean="0"/>
              <a:t>28-05-2026</a:t>
            </a:fld>
            <a:endParaRPr lang="en-IN"/>
          </a:p>
        </p:txBody>
      </p:sp>
      <p:sp>
        <p:nvSpPr>
          <p:cNvPr id="5" name="Footer Placeholder 4">
            <a:extLst>
              <a:ext uri="{FF2B5EF4-FFF2-40B4-BE49-F238E27FC236}">
                <a16:creationId xmlns:a16="http://schemas.microsoft.com/office/drawing/2014/main" id="{4D585AC0-47F4-9136-69F9-EE51A15CE709}"/>
              </a:ext>
            </a:extLst>
          </p:cNvPr>
          <p:cNvSpPr>
            <a:spLocks noGrp="1"/>
          </p:cNvSpPr>
          <p:nvPr>
            <p:ph type="ftr" sz="quarter" idx="11"/>
          </p:nvPr>
        </p:nvSpPr>
        <p:spPr/>
        <p:txBody>
          <a:bodyPr/>
          <a:lstStyle/>
          <a:p>
            <a:r>
              <a:rPr lang="en-US"/>
              <a:t>Department of Computer Science and Engineering,AJIET</a:t>
            </a:r>
            <a:endParaRPr lang="en-IN"/>
          </a:p>
        </p:txBody>
      </p:sp>
      <p:sp>
        <p:nvSpPr>
          <p:cNvPr id="6" name="Slide Number Placeholder 5">
            <a:extLst>
              <a:ext uri="{FF2B5EF4-FFF2-40B4-BE49-F238E27FC236}">
                <a16:creationId xmlns:a16="http://schemas.microsoft.com/office/drawing/2014/main" id="{7D9A5066-28E6-BC99-1511-BC1252E9DBB5}"/>
              </a:ext>
            </a:extLst>
          </p:cNvPr>
          <p:cNvSpPr>
            <a:spLocks noGrp="1"/>
          </p:cNvSpPr>
          <p:nvPr>
            <p:ph type="sldNum" sz="quarter" idx="12"/>
          </p:nvPr>
        </p:nvSpPr>
        <p:spPr/>
        <p:txBody>
          <a:bodyPr/>
          <a:lstStyle/>
          <a:p>
            <a:fld id="{6D70A11B-93ED-4B40-B382-8886A9874F19}" type="slidenum">
              <a:rPr lang="en-IN" smtClean="0"/>
              <a:t>‹#›</a:t>
            </a:fld>
            <a:endParaRPr lang="en-IN"/>
          </a:p>
        </p:txBody>
      </p:sp>
    </p:spTree>
    <p:extLst>
      <p:ext uri="{BB962C8B-B14F-4D97-AF65-F5344CB8AC3E}">
        <p14:creationId xmlns:p14="http://schemas.microsoft.com/office/powerpoint/2010/main" val="4106993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8C6D9B-562A-030B-2140-5AD44C10D4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12A7D1-5485-A04D-4831-9F6630B16F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CE55F3-2066-F28D-C181-C885F745C8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36C3A7-F136-4BA1-B354-318A223CAC31}" type="datetime1">
              <a:rPr lang="en-IN" smtClean="0"/>
              <a:t>28-05-2026</a:t>
            </a:fld>
            <a:endParaRPr lang="en-IN"/>
          </a:p>
        </p:txBody>
      </p:sp>
      <p:sp>
        <p:nvSpPr>
          <p:cNvPr id="5" name="Footer Placeholder 4">
            <a:extLst>
              <a:ext uri="{FF2B5EF4-FFF2-40B4-BE49-F238E27FC236}">
                <a16:creationId xmlns:a16="http://schemas.microsoft.com/office/drawing/2014/main" id="{6B0C3EC2-E1BE-E6BD-12D2-85F0ADCB47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Department of Computer Science and Engineering,AJIET</a:t>
            </a:r>
            <a:endParaRPr lang="en-IN"/>
          </a:p>
        </p:txBody>
      </p:sp>
      <p:sp>
        <p:nvSpPr>
          <p:cNvPr id="6" name="Slide Number Placeholder 5">
            <a:extLst>
              <a:ext uri="{FF2B5EF4-FFF2-40B4-BE49-F238E27FC236}">
                <a16:creationId xmlns:a16="http://schemas.microsoft.com/office/drawing/2014/main" id="{8447391B-7712-CD06-C033-A5FC00AAC3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70A11B-93ED-4B40-B382-8886A9874F19}" type="slidenum">
              <a:rPr lang="en-IN" smtClean="0"/>
              <a:t>‹#›</a:t>
            </a:fld>
            <a:endParaRPr lang="en-IN"/>
          </a:p>
        </p:txBody>
      </p:sp>
    </p:spTree>
    <p:extLst>
      <p:ext uri="{BB962C8B-B14F-4D97-AF65-F5344CB8AC3E}">
        <p14:creationId xmlns:p14="http://schemas.microsoft.com/office/powerpoint/2010/main" val="9043808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dev.mysql.com/doc/" TargetMode="External"/><Relationship Id="rId2" Type="http://schemas.openxmlformats.org/officeDocument/2006/relationships/hyperlink" Target="https://flask.palletsprojects.com/" TargetMode="External"/><Relationship Id="rId1" Type="http://schemas.openxmlformats.org/officeDocument/2006/relationships/slideLayout" Target="../slideLayouts/slideLayout1.xml"/><Relationship Id="rId5" Type="http://schemas.openxmlformats.org/officeDocument/2006/relationships/hyperlink" Target="https://docs.python.org/" TargetMode="External"/><Relationship Id="rId4" Type="http://schemas.openxmlformats.org/officeDocument/2006/relationships/hyperlink" Target="https://www.w3schools.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C3ED4-BF87-34D2-D585-8B143C117A60}"/>
              </a:ext>
            </a:extLst>
          </p:cNvPr>
          <p:cNvSpPr>
            <a:spLocks noGrp="1"/>
          </p:cNvSpPr>
          <p:nvPr>
            <p:ph type="ctrTitle"/>
          </p:nvPr>
        </p:nvSpPr>
        <p:spPr/>
        <p:txBody>
          <a:bodyPr>
            <a:normAutofit/>
          </a:bodyPr>
          <a:lstStyle/>
          <a:p>
            <a:r>
              <a:rPr lang="en-US" sz="3600" b="1" dirty="0">
                <a:latin typeface="Times New Roman" panose="02020603050405020304" pitchFamily="18" charset="0"/>
                <a:cs typeface="Times New Roman" panose="02020603050405020304" pitchFamily="18" charset="0"/>
              </a:rPr>
              <a:t>WAREHOUSE INVENTORY SYSTEM</a:t>
            </a:r>
            <a:endParaRPr lang="en-IN" sz="36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81054A5-7AE3-4EC5-8C73-F8767762316A}"/>
              </a:ext>
            </a:extLst>
          </p:cNvPr>
          <p:cNvSpPr>
            <a:spLocks noGrp="1"/>
          </p:cNvSpPr>
          <p:nvPr>
            <p:ph type="subTitle" idx="1"/>
          </p:nvPr>
        </p:nvSpPr>
        <p:spPr/>
        <p:txBody>
          <a:bodyPr/>
          <a:lstStyle/>
          <a:p>
            <a:endParaRPr lang="en-IN" dirty="0"/>
          </a:p>
        </p:txBody>
      </p:sp>
      <p:sp>
        <p:nvSpPr>
          <p:cNvPr id="7" name="Footer Placeholder 6">
            <a:extLst>
              <a:ext uri="{FF2B5EF4-FFF2-40B4-BE49-F238E27FC236}">
                <a16:creationId xmlns:a16="http://schemas.microsoft.com/office/drawing/2014/main" id="{846C55A9-B0EF-5C3A-AF6D-37E8A04BF518}"/>
              </a:ext>
            </a:extLst>
          </p:cNvPr>
          <p:cNvSpPr>
            <a:spLocks noGrp="1"/>
          </p:cNvSpPr>
          <p:nvPr>
            <p:ph type="ftr" sz="quarter" idx="11"/>
          </p:nvPr>
        </p:nvSpPr>
        <p:spPr/>
        <p:txBody>
          <a:bodyPr/>
          <a:lstStyle/>
          <a:p>
            <a:r>
              <a:rPr lang="en-US"/>
              <a:t>Department of Computer Science and Engineering,AJIET</a:t>
            </a:r>
            <a:endParaRPr lang="en-IN"/>
          </a:p>
        </p:txBody>
      </p:sp>
      <p:sp>
        <p:nvSpPr>
          <p:cNvPr id="8" name="Slide Number Placeholder 7">
            <a:extLst>
              <a:ext uri="{FF2B5EF4-FFF2-40B4-BE49-F238E27FC236}">
                <a16:creationId xmlns:a16="http://schemas.microsoft.com/office/drawing/2014/main" id="{21958B46-2B6D-6705-1C25-E2469D895882}"/>
              </a:ext>
            </a:extLst>
          </p:cNvPr>
          <p:cNvSpPr>
            <a:spLocks noGrp="1"/>
          </p:cNvSpPr>
          <p:nvPr>
            <p:ph type="sldNum" sz="quarter" idx="12"/>
          </p:nvPr>
        </p:nvSpPr>
        <p:spPr/>
        <p:txBody>
          <a:bodyPr/>
          <a:lstStyle/>
          <a:p>
            <a:fld id="{6D70A11B-93ED-4B40-B382-8886A9874F19}" type="slidenum">
              <a:rPr lang="en-IN" smtClean="0"/>
              <a:t>1</a:t>
            </a:fld>
            <a:endParaRPr lang="en-IN"/>
          </a:p>
        </p:txBody>
      </p:sp>
    </p:spTree>
    <p:extLst>
      <p:ext uri="{BB962C8B-B14F-4D97-AF65-F5344CB8AC3E}">
        <p14:creationId xmlns:p14="http://schemas.microsoft.com/office/powerpoint/2010/main" val="2130699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84EC2-1931-E66E-ACD4-2182A62B0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E7415-9224-69FA-B99A-36B400088370}"/>
              </a:ext>
            </a:extLst>
          </p:cNvPr>
          <p:cNvSpPr>
            <a:spLocks noGrp="1"/>
          </p:cNvSpPr>
          <p:nvPr>
            <p:ph type="ctrTitle"/>
          </p:nvPr>
        </p:nvSpPr>
        <p:spPr>
          <a:xfrm>
            <a:off x="393537" y="335666"/>
            <a:ext cx="10274461" cy="868101"/>
          </a:xfrm>
        </p:spPr>
        <p:txBody>
          <a:bodyPr>
            <a:normAutofit/>
          </a:bodyPr>
          <a:lstStyle/>
          <a:p>
            <a:pPr algn="l"/>
            <a:r>
              <a:rPr lang="en-US" sz="3200" b="1" u="sng" dirty="0">
                <a:latin typeface="Times New Roman" panose="02020603050405020304" pitchFamily="18" charset="0"/>
                <a:cs typeface="Times New Roman" panose="02020603050405020304" pitchFamily="18" charset="0"/>
              </a:rPr>
              <a:t>Contents:</a:t>
            </a:r>
            <a:endParaRPr lang="en-IN" sz="3200" b="1" u="sng"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6D762FB-BD0F-E1B9-FB5A-15938B5FFD1E}"/>
              </a:ext>
            </a:extLst>
          </p:cNvPr>
          <p:cNvSpPr>
            <a:spLocks noGrp="1"/>
          </p:cNvSpPr>
          <p:nvPr>
            <p:ph type="subTitle" idx="1"/>
          </p:nvPr>
        </p:nvSpPr>
        <p:spPr>
          <a:xfrm>
            <a:off x="393538" y="1863524"/>
            <a:ext cx="10274461" cy="4857951"/>
          </a:xfrm>
        </p:spPr>
        <p:txBody>
          <a:bodyPr>
            <a:normAutofit/>
          </a:bodyPr>
          <a:lstStyle/>
          <a:p>
            <a:pPr algn="l"/>
            <a:r>
              <a:rPr lang="en-IN" dirty="0">
                <a:latin typeface="Times New Roman" panose="02020603050405020304" pitchFamily="18" charset="0"/>
                <a:cs typeface="Times New Roman" panose="02020603050405020304" pitchFamily="18" charset="0"/>
              </a:rPr>
              <a:t>• Introduction</a:t>
            </a:r>
          </a:p>
          <a:p>
            <a:pPr algn="l"/>
            <a:r>
              <a:rPr lang="en-IN" dirty="0">
                <a:latin typeface="Times New Roman" panose="02020603050405020304" pitchFamily="18" charset="0"/>
                <a:cs typeface="Times New Roman" panose="02020603050405020304" pitchFamily="18" charset="0"/>
              </a:rPr>
              <a:t>• Problem Definition</a:t>
            </a:r>
          </a:p>
          <a:p>
            <a:pPr algn="l"/>
            <a:r>
              <a:rPr lang="en-IN" dirty="0">
                <a:latin typeface="Times New Roman" panose="02020603050405020304" pitchFamily="18" charset="0"/>
                <a:cs typeface="Times New Roman" panose="02020603050405020304" pitchFamily="18" charset="0"/>
              </a:rPr>
              <a:t>• Objective</a:t>
            </a:r>
          </a:p>
          <a:p>
            <a:pPr algn="l"/>
            <a:r>
              <a:rPr lang="en-IN" dirty="0">
                <a:latin typeface="Times New Roman" panose="02020603050405020304" pitchFamily="18" charset="0"/>
                <a:cs typeface="Times New Roman" panose="02020603050405020304" pitchFamily="18" charset="0"/>
              </a:rPr>
              <a:t>• Methodology</a:t>
            </a:r>
          </a:p>
          <a:p>
            <a:pPr algn="l"/>
            <a:r>
              <a:rPr lang="en-IN" dirty="0">
                <a:latin typeface="Times New Roman" panose="02020603050405020304" pitchFamily="18" charset="0"/>
                <a:cs typeface="Times New Roman" panose="02020603050405020304" pitchFamily="18" charset="0"/>
              </a:rPr>
              <a:t>• Results</a:t>
            </a:r>
          </a:p>
          <a:p>
            <a:pPr algn="l"/>
            <a:r>
              <a:rPr lang="en-IN" dirty="0">
                <a:latin typeface="Times New Roman" panose="02020603050405020304" pitchFamily="18" charset="0"/>
                <a:cs typeface="Times New Roman" panose="02020603050405020304" pitchFamily="18" charset="0"/>
              </a:rPr>
              <a:t>• Conclusion</a:t>
            </a:r>
          </a:p>
          <a:p>
            <a:pPr algn="l"/>
            <a:r>
              <a:rPr lang="en-IN" dirty="0">
                <a:latin typeface="Times New Roman" panose="02020603050405020304" pitchFamily="18" charset="0"/>
                <a:cs typeface="Times New Roman" panose="02020603050405020304" pitchFamily="18" charset="0"/>
              </a:rPr>
              <a:t>• References</a:t>
            </a:r>
          </a:p>
        </p:txBody>
      </p:sp>
      <p:sp>
        <p:nvSpPr>
          <p:cNvPr id="7" name="Footer Placeholder 6">
            <a:extLst>
              <a:ext uri="{FF2B5EF4-FFF2-40B4-BE49-F238E27FC236}">
                <a16:creationId xmlns:a16="http://schemas.microsoft.com/office/drawing/2014/main" id="{C284A21B-3BD8-0542-0135-C05198E72CA0}"/>
              </a:ext>
            </a:extLst>
          </p:cNvPr>
          <p:cNvSpPr>
            <a:spLocks noGrp="1"/>
          </p:cNvSpPr>
          <p:nvPr>
            <p:ph type="ftr" sz="quarter" idx="11"/>
          </p:nvPr>
        </p:nvSpPr>
        <p:spPr/>
        <p:txBody>
          <a:bodyPr/>
          <a:lstStyle/>
          <a:p>
            <a:r>
              <a:rPr lang="en-US"/>
              <a:t>Department of Computer Science and Engineering,AJIET</a:t>
            </a:r>
            <a:endParaRPr lang="en-IN"/>
          </a:p>
        </p:txBody>
      </p:sp>
      <p:sp>
        <p:nvSpPr>
          <p:cNvPr id="8" name="Slide Number Placeholder 7">
            <a:extLst>
              <a:ext uri="{FF2B5EF4-FFF2-40B4-BE49-F238E27FC236}">
                <a16:creationId xmlns:a16="http://schemas.microsoft.com/office/drawing/2014/main" id="{60E64656-86BB-2B24-F547-31FC3C494272}"/>
              </a:ext>
            </a:extLst>
          </p:cNvPr>
          <p:cNvSpPr>
            <a:spLocks noGrp="1"/>
          </p:cNvSpPr>
          <p:nvPr>
            <p:ph type="sldNum" sz="quarter" idx="12"/>
          </p:nvPr>
        </p:nvSpPr>
        <p:spPr/>
        <p:txBody>
          <a:bodyPr/>
          <a:lstStyle/>
          <a:p>
            <a:fld id="{6D70A11B-93ED-4B40-B382-8886A9874F19}" type="slidenum">
              <a:rPr lang="en-IN" smtClean="0"/>
              <a:t>2</a:t>
            </a:fld>
            <a:endParaRPr lang="en-IN"/>
          </a:p>
        </p:txBody>
      </p:sp>
    </p:spTree>
    <p:extLst>
      <p:ext uri="{BB962C8B-B14F-4D97-AF65-F5344CB8AC3E}">
        <p14:creationId xmlns:p14="http://schemas.microsoft.com/office/powerpoint/2010/main" val="2655470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AA640-AE34-E17A-6214-5871C382A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FFC4D6-B02B-81F2-1D90-CD3228DE9778}"/>
              </a:ext>
            </a:extLst>
          </p:cNvPr>
          <p:cNvSpPr>
            <a:spLocks noGrp="1"/>
          </p:cNvSpPr>
          <p:nvPr>
            <p:ph type="ctrTitle"/>
          </p:nvPr>
        </p:nvSpPr>
        <p:spPr>
          <a:xfrm>
            <a:off x="393538" y="300942"/>
            <a:ext cx="10274461" cy="868101"/>
          </a:xfrm>
        </p:spPr>
        <p:txBody>
          <a:bodyPr>
            <a:normAutofit/>
          </a:bodyPr>
          <a:lstStyle/>
          <a:p>
            <a:pPr algn="l"/>
            <a:r>
              <a:rPr lang="en-US" sz="3200" b="1" u="sng" dirty="0">
                <a:latin typeface="Times New Roman" panose="02020603050405020304" pitchFamily="18" charset="0"/>
                <a:cs typeface="Times New Roman" panose="02020603050405020304" pitchFamily="18" charset="0"/>
              </a:rPr>
              <a:t>Introduction</a:t>
            </a:r>
            <a:r>
              <a:rPr lang="en-US" sz="3200" b="1" u="sng" dirty="0"/>
              <a:t>:</a:t>
            </a:r>
            <a:endParaRPr lang="en-IN" sz="3200" b="1" u="sng" dirty="0"/>
          </a:p>
        </p:txBody>
      </p:sp>
      <p:sp>
        <p:nvSpPr>
          <p:cNvPr id="3" name="Subtitle 2">
            <a:extLst>
              <a:ext uri="{FF2B5EF4-FFF2-40B4-BE49-F238E27FC236}">
                <a16:creationId xmlns:a16="http://schemas.microsoft.com/office/drawing/2014/main" id="{9A398FCB-4B75-1318-C288-8485E08A1AEB}"/>
              </a:ext>
            </a:extLst>
          </p:cNvPr>
          <p:cNvSpPr>
            <a:spLocks noGrp="1"/>
          </p:cNvSpPr>
          <p:nvPr>
            <p:ph type="subTitle" idx="1"/>
          </p:nvPr>
        </p:nvSpPr>
        <p:spPr>
          <a:xfrm>
            <a:off x="393538" y="1863524"/>
            <a:ext cx="10274461" cy="4857951"/>
          </a:xfrm>
        </p:spPr>
        <p:txBody>
          <a:bodyPr>
            <a:normAutofit/>
          </a:bodyPr>
          <a:lstStyle/>
          <a:p>
            <a:pPr algn="just"/>
            <a:r>
              <a:rPr lang="en-US" dirty="0">
                <a:latin typeface="Times New Roman" panose="02020603050405020304" pitchFamily="18" charset="0"/>
                <a:cs typeface="Times New Roman" panose="02020603050405020304" pitchFamily="18" charset="0"/>
              </a:rPr>
              <a:t>This project aims to develop a smart and efficient Warehouse Inventory Management System using Flask, MySQL, HTML, and CSS. The system is designed to simplify inventory operations such as adding, updating, deleting, and monitoring product records in an organized manner.</a:t>
            </a:r>
          </a:p>
          <a:p>
            <a:pPr algn="just"/>
            <a:r>
              <a:rPr lang="en-US" dirty="0">
                <a:latin typeface="Times New Roman" panose="02020603050405020304" pitchFamily="18" charset="0"/>
                <a:cs typeface="Times New Roman" panose="02020603050405020304" pitchFamily="18" charset="0"/>
              </a:rPr>
              <a:t>The application provides a user-friendly interface for managing warehouse products efficiently. It helps reduce manual work, improves data accuracy, and allows users to perform CRUD operations smoothly.</a:t>
            </a:r>
          </a:p>
          <a:p>
            <a:pPr algn="just"/>
            <a:r>
              <a:rPr lang="en-US" dirty="0">
                <a:latin typeface="Times New Roman" panose="02020603050405020304" pitchFamily="18" charset="0"/>
                <a:cs typeface="Times New Roman" panose="02020603050405020304" pitchFamily="18" charset="0"/>
              </a:rPr>
              <a:t>The project includes features such as product management, warehouse tracking, responsive user interface, and database connectivity. The system improves productivity and provides a simple solution for inventory management.</a:t>
            </a:r>
          </a:p>
          <a:p>
            <a:pPr algn="just"/>
            <a:endParaRPr lang="en-IN"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4F5BF803-33BD-119D-E9A0-8CA0FC2D07A6}"/>
              </a:ext>
            </a:extLst>
          </p:cNvPr>
          <p:cNvSpPr>
            <a:spLocks noGrp="1"/>
          </p:cNvSpPr>
          <p:nvPr>
            <p:ph type="ftr" sz="quarter" idx="11"/>
          </p:nvPr>
        </p:nvSpPr>
        <p:spPr/>
        <p:txBody>
          <a:bodyPr/>
          <a:lstStyle/>
          <a:p>
            <a:r>
              <a:rPr lang="en-US"/>
              <a:t>Department of Computer Science and Engineering,AJIET</a:t>
            </a:r>
            <a:endParaRPr lang="en-IN"/>
          </a:p>
        </p:txBody>
      </p:sp>
      <p:sp>
        <p:nvSpPr>
          <p:cNvPr id="8" name="Slide Number Placeholder 7">
            <a:extLst>
              <a:ext uri="{FF2B5EF4-FFF2-40B4-BE49-F238E27FC236}">
                <a16:creationId xmlns:a16="http://schemas.microsoft.com/office/drawing/2014/main" id="{1DDDA57B-B498-78C2-528E-7C383B979691}"/>
              </a:ext>
            </a:extLst>
          </p:cNvPr>
          <p:cNvSpPr>
            <a:spLocks noGrp="1"/>
          </p:cNvSpPr>
          <p:nvPr>
            <p:ph type="sldNum" sz="quarter" idx="12"/>
          </p:nvPr>
        </p:nvSpPr>
        <p:spPr/>
        <p:txBody>
          <a:bodyPr/>
          <a:lstStyle/>
          <a:p>
            <a:fld id="{6D70A11B-93ED-4B40-B382-8886A9874F19}" type="slidenum">
              <a:rPr lang="en-IN" smtClean="0"/>
              <a:t>3</a:t>
            </a:fld>
            <a:endParaRPr lang="en-IN"/>
          </a:p>
        </p:txBody>
      </p:sp>
    </p:spTree>
    <p:extLst>
      <p:ext uri="{BB962C8B-B14F-4D97-AF65-F5344CB8AC3E}">
        <p14:creationId xmlns:p14="http://schemas.microsoft.com/office/powerpoint/2010/main" val="1678338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913DF-5FB9-BB5F-37EC-66B3D3FA0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CF0B22-F5BC-110F-EF81-541218AB9292}"/>
              </a:ext>
            </a:extLst>
          </p:cNvPr>
          <p:cNvSpPr>
            <a:spLocks noGrp="1"/>
          </p:cNvSpPr>
          <p:nvPr>
            <p:ph type="ctrTitle"/>
          </p:nvPr>
        </p:nvSpPr>
        <p:spPr>
          <a:xfrm>
            <a:off x="393538" y="300942"/>
            <a:ext cx="10274461" cy="868101"/>
          </a:xfrm>
        </p:spPr>
        <p:txBody>
          <a:bodyPr>
            <a:normAutofit/>
          </a:bodyPr>
          <a:lstStyle/>
          <a:p>
            <a:pPr algn="l"/>
            <a:r>
              <a:rPr lang="en-US" sz="3200" b="1" u="sng" dirty="0">
                <a:latin typeface="Times New Roman" panose="02020603050405020304" pitchFamily="18" charset="0"/>
                <a:cs typeface="Times New Roman" panose="02020603050405020304" pitchFamily="18" charset="0"/>
              </a:rPr>
              <a:t>Problem Statement &amp; Objective</a:t>
            </a:r>
            <a:r>
              <a:rPr lang="en-US" sz="3200" b="1" u="sng" dirty="0"/>
              <a:t>:</a:t>
            </a:r>
            <a:endParaRPr lang="en-IN" sz="3200" b="1" u="sng" dirty="0"/>
          </a:p>
        </p:txBody>
      </p:sp>
      <p:sp>
        <p:nvSpPr>
          <p:cNvPr id="3" name="Subtitle 2">
            <a:extLst>
              <a:ext uri="{FF2B5EF4-FFF2-40B4-BE49-F238E27FC236}">
                <a16:creationId xmlns:a16="http://schemas.microsoft.com/office/drawing/2014/main" id="{F3A6ECEB-A510-B377-5993-807AB518F34A}"/>
              </a:ext>
            </a:extLst>
          </p:cNvPr>
          <p:cNvSpPr>
            <a:spLocks noGrp="1"/>
          </p:cNvSpPr>
          <p:nvPr>
            <p:ph type="subTitle" idx="1"/>
          </p:nvPr>
        </p:nvSpPr>
        <p:spPr>
          <a:xfrm>
            <a:off x="393539" y="1307939"/>
            <a:ext cx="10839692" cy="5550061"/>
          </a:xfrm>
        </p:spPr>
        <p:txBody>
          <a:bodyPr>
            <a:normAutofit/>
          </a:bodyPr>
          <a:lstStyle/>
          <a:p>
            <a:pPr algn="just"/>
            <a:r>
              <a:rPr lang="en-US" b="1" dirty="0">
                <a:latin typeface="Times New Roman" panose="02020603050405020304" pitchFamily="18" charset="0"/>
                <a:cs typeface="Times New Roman" panose="02020603050405020304" pitchFamily="18" charset="0"/>
              </a:rPr>
              <a:t>Problem Definition:</a:t>
            </a:r>
          </a:p>
          <a:p>
            <a:pPr algn="just"/>
            <a:r>
              <a:rPr lang="en-US" dirty="0">
                <a:latin typeface="Times New Roman" panose="02020603050405020304" pitchFamily="18" charset="0"/>
                <a:cs typeface="Times New Roman" panose="02020603050405020304" pitchFamily="18" charset="0"/>
              </a:rPr>
              <a:t>Managing warehouse inventory manually is a difficult and time-consuming process that may lead to errors, data redundancy, and improper stock management. Traditional methods make it difficult to track product availability, maintain accurate records, and monitor inventory status efficiently.</a:t>
            </a:r>
          </a:p>
          <a:p>
            <a:pPr algn="just"/>
            <a:r>
              <a:rPr lang="en-US" b="1" dirty="0">
                <a:latin typeface="Times New Roman" panose="02020603050405020304" pitchFamily="18" charset="0"/>
                <a:cs typeface="Times New Roman" panose="02020603050405020304" pitchFamily="18" charset="0"/>
              </a:rPr>
              <a:t>Objective:</a:t>
            </a:r>
          </a:p>
          <a:p>
            <a:pPr algn="just"/>
            <a:r>
              <a:rPr lang="en-US" dirty="0">
                <a:latin typeface="Times New Roman" panose="02020603050405020304" pitchFamily="18" charset="0"/>
                <a:cs typeface="Times New Roman" panose="02020603050405020304" pitchFamily="18" charset="0"/>
              </a:rPr>
              <a:t>The main objective of this project is to develop a smart and efficient Warehouse Inventory Management System for managing inventory records in an organized manner. The system aims to simplify inventory operations, reduce manual effort, and improve data accuracy through automation.</a:t>
            </a:r>
          </a:p>
          <a:p>
            <a:pPr algn="just"/>
            <a:endParaRPr lang="en-IN"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43AC483F-96D5-85BA-C434-3E9A99F1DCED}"/>
              </a:ext>
            </a:extLst>
          </p:cNvPr>
          <p:cNvSpPr>
            <a:spLocks noGrp="1"/>
          </p:cNvSpPr>
          <p:nvPr>
            <p:ph type="ftr" sz="quarter" idx="11"/>
          </p:nvPr>
        </p:nvSpPr>
        <p:spPr/>
        <p:txBody>
          <a:bodyPr/>
          <a:lstStyle/>
          <a:p>
            <a:r>
              <a:rPr lang="en-US"/>
              <a:t>Department of Computer Science and Engineering,AJIET</a:t>
            </a:r>
            <a:endParaRPr lang="en-IN"/>
          </a:p>
        </p:txBody>
      </p:sp>
      <p:sp>
        <p:nvSpPr>
          <p:cNvPr id="8" name="Slide Number Placeholder 7">
            <a:extLst>
              <a:ext uri="{FF2B5EF4-FFF2-40B4-BE49-F238E27FC236}">
                <a16:creationId xmlns:a16="http://schemas.microsoft.com/office/drawing/2014/main" id="{54D590E6-1524-402A-CC4E-51614A8780C8}"/>
              </a:ext>
            </a:extLst>
          </p:cNvPr>
          <p:cNvSpPr>
            <a:spLocks noGrp="1"/>
          </p:cNvSpPr>
          <p:nvPr>
            <p:ph type="sldNum" sz="quarter" idx="12"/>
          </p:nvPr>
        </p:nvSpPr>
        <p:spPr/>
        <p:txBody>
          <a:bodyPr/>
          <a:lstStyle/>
          <a:p>
            <a:fld id="{6D70A11B-93ED-4B40-B382-8886A9874F19}" type="slidenum">
              <a:rPr lang="en-IN" smtClean="0"/>
              <a:t>4</a:t>
            </a:fld>
            <a:endParaRPr lang="en-IN"/>
          </a:p>
        </p:txBody>
      </p:sp>
    </p:spTree>
    <p:extLst>
      <p:ext uri="{BB962C8B-B14F-4D97-AF65-F5344CB8AC3E}">
        <p14:creationId xmlns:p14="http://schemas.microsoft.com/office/powerpoint/2010/main" val="617059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49021-1B47-5F48-26B5-FAE2907809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66770-E584-D59A-B8EA-5B398DFA6A1B}"/>
              </a:ext>
            </a:extLst>
          </p:cNvPr>
          <p:cNvSpPr>
            <a:spLocks noGrp="1"/>
          </p:cNvSpPr>
          <p:nvPr>
            <p:ph type="ctrTitle"/>
          </p:nvPr>
        </p:nvSpPr>
        <p:spPr>
          <a:xfrm>
            <a:off x="254644" y="300943"/>
            <a:ext cx="10413356" cy="405114"/>
          </a:xfrm>
        </p:spPr>
        <p:txBody>
          <a:bodyPr>
            <a:normAutofit fontScale="90000"/>
          </a:bodyPr>
          <a:lstStyle/>
          <a:p>
            <a:pPr algn="l"/>
            <a:r>
              <a:rPr lang="en-US" sz="3200" b="1" u="sng" dirty="0">
                <a:latin typeface="Times New Roman" panose="02020603050405020304" pitchFamily="18" charset="0"/>
                <a:cs typeface="Times New Roman" panose="02020603050405020304" pitchFamily="18" charset="0"/>
              </a:rPr>
              <a:t>Block Diagram</a:t>
            </a:r>
            <a:r>
              <a:rPr lang="en-US" sz="3200" b="1" u="sng" dirty="0"/>
              <a:t>:</a:t>
            </a:r>
            <a:endParaRPr lang="en-IN" sz="3200" b="1" u="sng" dirty="0"/>
          </a:p>
        </p:txBody>
      </p:sp>
      <p:sp>
        <p:nvSpPr>
          <p:cNvPr id="3" name="Subtitle 2">
            <a:extLst>
              <a:ext uri="{FF2B5EF4-FFF2-40B4-BE49-F238E27FC236}">
                <a16:creationId xmlns:a16="http://schemas.microsoft.com/office/drawing/2014/main" id="{6FB05A09-D6B9-5C42-0F8E-2C38B065308C}"/>
              </a:ext>
            </a:extLst>
          </p:cNvPr>
          <p:cNvSpPr>
            <a:spLocks noGrp="1"/>
          </p:cNvSpPr>
          <p:nvPr>
            <p:ph type="subTitle" idx="1"/>
          </p:nvPr>
        </p:nvSpPr>
        <p:spPr>
          <a:xfrm>
            <a:off x="-1" y="806289"/>
            <a:ext cx="12191999" cy="5550061"/>
          </a:xfrm>
        </p:spPr>
        <p:txBody>
          <a:bodyPr>
            <a:normAutofit/>
          </a:bodyPr>
          <a:lstStyle/>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5D14E332-B516-60BE-7620-A634F105D419}"/>
              </a:ext>
            </a:extLst>
          </p:cNvPr>
          <p:cNvSpPr>
            <a:spLocks noGrp="1"/>
          </p:cNvSpPr>
          <p:nvPr>
            <p:ph type="ftr" sz="quarter" idx="11"/>
          </p:nvPr>
        </p:nvSpPr>
        <p:spPr/>
        <p:txBody>
          <a:bodyPr/>
          <a:lstStyle/>
          <a:p>
            <a:r>
              <a:rPr lang="en-US"/>
              <a:t>Department of Computer Science and Engineering,AJIET</a:t>
            </a:r>
            <a:endParaRPr lang="en-IN"/>
          </a:p>
        </p:txBody>
      </p:sp>
      <p:sp>
        <p:nvSpPr>
          <p:cNvPr id="8" name="Slide Number Placeholder 7">
            <a:extLst>
              <a:ext uri="{FF2B5EF4-FFF2-40B4-BE49-F238E27FC236}">
                <a16:creationId xmlns:a16="http://schemas.microsoft.com/office/drawing/2014/main" id="{E4C62467-0B91-1AA6-05D1-A0E06DA947E9}"/>
              </a:ext>
            </a:extLst>
          </p:cNvPr>
          <p:cNvSpPr>
            <a:spLocks noGrp="1"/>
          </p:cNvSpPr>
          <p:nvPr>
            <p:ph type="sldNum" sz="quarter" idx="12"/>
          </p:nvPr>
        </p:nvSpPr>
        <p:spPr/>
        <p:txBody>
          <a:bodyPr/>
          <a:lstStyle/>
          <a:p>
            <a:fld id="{6D70A11B-93ED-4B40-B382-8886A9874F19}" type="slidenum">
              <a:rPr lang="en-IN" smtClean="0"/>
              <a:t>5</a:t>
            </a:fld>
            <a:endParaRPr lang="en-IN" dirty="0"/>
          </a:p>
        </p:txBody>
      </p:sp>
      <p:pic>
        <p:nvPicPr>
          <p:cNvPr id="9" name="Picture 8">
            <a:extLst>
              <a:ext uri="{FF2B5EF4-FFF2-40B4-BE49-F238E27FC236}">
                <a16:creationId xmlns:a16="http://schemas.microsoft.com/office/drawing/2014/main" id="{6EC82E95-CADF-2F4A-E1FB-8180326F99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96133"/>
            <a:ext cx="11052229" cy="5160217"/>
          </a:xfrm>
          <a:prstGeom prst="rect">
            <a:avLst/>
          </a:prstGeom>
        </p:spPr>
      </p:pic>
    </p:spTree>
    <p:extLst>
      <p:ext uri="{BB962C8B-B14F-4D97-AF65-F5344CB8AC3E}">
        <p14:creationId xmlns:p14="http://schemas.microsoft.com/office/powerpoint/2010/main" val="2638466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CA7C-C42F-F496-20F4-F04236814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132CE-87DE-5526-0AF4-B0155B68B4B0}"/>
              </a:ext>
            </a:extLst>
          </p:cNvPr>
          <p:cNvSpPr>
            <a:spLocks noGrp="1"/>
          </p:cNvSpPr>
          <p:nvPr>
            <p:ph type="ctrTitle"/>
          </p:nvPr>
        </p:nvSpPr>
        <p:spPr>
          <a:xfrm>
            <a:off x="254644" y="300943"/>
            <a:ext cx="10413356" cy="405114"/>
          </a:xfrm>
        </p:spPr>
        <p:txBody>
          <a:bodyPr>
            <a:normAutofit fontScale="90000"/>
          </a:bodyPr>
          <a:lstStyle/>
          <a:p>
            <a:pPr algn="l"/>
            <a:r>
              <a:rPr lang="en-IN" sz="3200" b="1" u="sng" dirty="0">
                <a:latin typeface="Times New Roman" panose="02020603050405020304" pitchFamily="18" charset="0"/>
                <a:cs typeface="Times New Roman" panose="02020603050405020304" pitchFamily="18" charset="0"/>
              </a:rPr>
              <a:t>Methodology:</a:t>
            </a:r>
          </a:p>
        </p:txBody>
      </p:sp>
      <p:sp>
        <p:nvSpPr>
          <p:cNvPr id="3" name="Subtitle 2">
            <a:extLst>
              <a:ext uri="{FF2B5EF4-FFF2-40B4-BE49-F238E27FC236}">
                <a16:creationId xmlns:a16="http://schemas.microsoft.com/office/drawing/2014/main" id="{D57B9B0B-4910-DAE2-ED78-FF0471D7BB5B}"/>
              </a:ext>
            </a:extLst>
          </p:cNvPr>
          <p:cNvSpPr>
            <a:spLocks noGrp="1"/>
          </p:cNvSpPr>
          <p:nvPr>
            <p:ph type="subTitle" idx="1"/>
          </p:nvPr>
        </p:nvSpPr>
        <p:spPr>
          <a:xfrm>
            <a:off x="544010" y="1377387"/>
            <a:ext cx="10498238" cy="4978963"/>
          </a:xfrm>
        </p:spPr>
        <p:txBody>
          <a:bodyPr>
            <a:noAutofit/>
          </a:bodyPr>
          <a:lstStyle/>
          <a:p>
            <a:pPr algn="just"/>
            <a:r>
              <a:rPr lang="en-US" dirty="0">
                <a:latin typeface="Times New Roman" panose="02020603050405020304" pitchFamily="18" charset="0"/>
                <a:cs typeface="Times New Roman" panose="02020603050405020304" pitchFamily="18" charset="0"/>
              </a:rPr>
              <a:t>The development of the Warehouse Inventory Management System follows a systematic approach involving frontend development, backend implementation, and database management.</a:t>
            </a:r>
          </a:p>
          <a:p>
            <a:pPr algn="just"/>
            <a:r>
              <a:rPr lang="en-US" dirty="0">
                <a:latin typeface="Times New Roman" panose="02020603050405020304" pitchFamily="18" charset="0"/>
                <a:cs typeface="Times New Roman" panose="02020603050405020304" pitchFamily="18" charset="0"/>
              </a:rPr>
              <a:t>The frontend interface is developed using HTML and CSS to create a simple and user-friendly application interface. Flask is used as the backend framework to handle server-side operations and routing.</a:t>
            </a:r>
          </a:p>
          <a:p>
            <a:pPr algn="just"/>
            <a:r>
              <a:rPr lang="en-US" dirty="0">
                <a:latin typeface="Times New Roman" panose="02020603050405020304" pitchFamily="18" charset="0"/>
                <a:cs typeface="Times New Roman" panose="02020603050405020304" pitchFamily="18" charset="0"/>
              </a:rPr>
              <a:t>MySQL is used as the database system for storing and managing inventory records securely. The system allows users to perform CRUD operations such as adding, updating, deleting, and viewing product records efficiently.</a:t>
            </a:r>
          </a:p>
          <a:p>
            <a:pPr algn="just"/>
            <a:r>
              <a:rPr lang="en-US" dirty="0">
                <a:latin typeface="Times New Roman" panose="02020603050405020304" pitchFamily="18" charset="0"/>
                <a:cs typeface="Times New Roman" panose="02020603050405020304" pitchFamily="18" charset="0"/>
              </a:rPr>
              <a:t>The overall workflow of the system improves inventory management efficiency, reduces manual effort, and provides organized data handling.</a:t>
            </a: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DE7041E8-ABA3-376B-573D-346ED7E336C4}"/>
              </a:ext>
            </a:extLst>
          </p:cNvPr>
          <p:cNvSpPr>
            <a:spLocks noGrp="1"/>
          </p:cNvSpPr>
          <p:nvPr>
            <p:ph type="ftr" sz="quarter" idx="11"/>
          </p:nvPr>
        </p:nvSpPr>
        <p:spPr/>
        <p:txBody>
          <a:bodyPr/>
          <a:lstStyle/>
          <a:p>
            <a:r>
              <a:rPr lang="en-US"/>
              <a:t>Department of Computer Science and Engineering,AJIET</a:t>
            </a:r>
            <a:endParaRPr lang="en-IN"/>
          </a:p>
        </p:txBody>
      </p:sp>
      <p:sp>
        <p:nvSpPr>
          <p:cNvPr id="8" name="Slide Number Placeholder 7">
            <a:extLst>
              <a:ext uri="{FF2B5EF4-FFF2-40B4-BE49-F238E27FC236}">
                <a16:creationId xmlns:a16="http://schemas.microsoft.com/office/drawing/2014/main" id="{2FDCF701-C419-48E9-F3A8-86A8C6591B07}"/>
              </a:ext>
            </a:extLst>
          </p:cNvPr>
          <p:cNvSpPr>
            <a:spLocks noGrp="1"/>
          </p:cNvSpPr>
          <p:nvPr>
            <p:ph type="sldNum" sz="quarter" idx="12"/>
          </p:nvPr>
        </p:nvSpPr>
        <p:spPr/>
        <p:txBody>
          <a:bodyPr/>
          <a:lstStyle/>
          <a:p>
            <a:fld id="{6D70A11B-93ED-4B40-B382-8886A9874F19}" type="slidenum">
              <a:rPr lang="en-IN" smtClean="0"/>
              <a:t>6</a:t>
            </a:fld>
            <a:endParaRPr lang="en-IN" dirty="0"/>
          </a:p>
        </p:txBody>
      </p:sp>
    </p:spTree>
    <p:extLst>
      <p:ext uri="{BB962C8B-B14F-4D97-AF65-F5344CB8AC3E}">
        <p14:creationId xmlns:p14="http://schemas.microsoft.com/office/powerpoint/2010/main" val="3317037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47F1A-D104-7896-4FAF-F22B5E5F1D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637C29-F9FA-14BF-52AE-72F558D5984E}"/>
              </a:ext>
            </a:extLst>
          </p:cNvPr>
          <p:cNvSpPr>
            <a:spLocks noGrp="1"/>
          </p:cNvSpPr>
          <p:nvPr>
            <p:ph type="ctrTitle"/>
          </p:nvPr>
        </p:nvSpPr>
        <p:spPr>
          <a:xfrm>
            <a:off x="254644" y="300943"/>
            <a:ext cx="10413356" cy="405114"/>
          </a:xfrm>
        </p:spPr>
        <p:txBody>
          <a:bodyPr>
            <a:normAutofit fontScale="90000"/>
          </a:bodyPr>
          <a:lstStyle/>
          <a:p>
            <a:pPr algn="l"/>
            <a:r>
              <a:rPr lang="en-US" sz="3200" b="1" u="sng" dirty="0">
                <a:latin typeface="Times New Roman" panose="02020603050405020304" pitchFamily="18" charset="0"/>
                <a:cs typeface="Times New Roman" panose="02020603050405020304" pitchFamily="18" charset="0"/>
              </a:rPr>
              <a:t>R</a:t>
            </a:r>
            <a:r>
              <a:rPr lang="en-IN" sz="3200" b="1" u="sng" dirty="0" err="1">
                <a:latin typeface="Times New Roman" panose="02020603050405020304" pitchFamily="18" charset="0"/>
                <a:cs typeface="Times New Roman" panose="02020603050405020304" pitchFamily="18" charset="0"/>
              </a:rPr>
              <a:t>esults</a:t>
            </a:r>
            <a:r>
              <a:rPr lang="en-IN" sz="3200" b="1" u="sng" dirty="0">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077BADFA-3DA0-1995-7BC0-6EA93E4B22F1}"/>
              </a:ext>
            </a:extLst>
          </p:cNvPr>
          <p:cNvSpPr>
            <a:spLocks noGrp="1"/>
          </p:cNvSpPr>
          <p:nvPr>
            <p:ph type="subTitle" idx="1"/>
          </p:nvPr>
        </p:nvSpPr>
        <p:spPr>
          <a:xfrm>
            <a:off x="544010" y="972272"/>
            <a:ext cx="9873206" cy="5384077"/>
          </a:xfrm>
        </p:spPr>
        <p:txBody>
          <a:bodyPr>
            <a:noAutofit/>
          </a:bodyPr>
          <a:lstStyle/>
          <a:p>
            <a:pPr algn="just"/>
            <a:r>
              <a:rPr lang="en-US" dirty="0">
                <a:latin typeface="Times New Roman" panose="02020603050405020304" pitchFamily="18" charset="0"/>
                <a:cs typeface="Times New Roman" panose="02020603050405020304" pitchFamily="18" charset="0"/>
              </a:rPr>
              <a:t>The Warehouse Inventory Management System successfully combines frontend development, backend processing, and database management to create an efficient and user-friendly application.</a:t>
            </a:r>
          </a:p>
          <a:p>
            <a:pPr algn="just"/>
            <a:r>
              <a:rPr lang="en-US" dirty="0">
                <a:latin typeface="Times New Roman" panose="02020603050405020304" pitchFamily="18" charset="0"/>
                <a:cs typeface="Times New Roman" panose="02020603050405020304" pitchFamily="18" charset="0"/>
              </a:rPr>
              <a:t>The project simplifies inventory operations such as adding, updating, deleting, and monitoring product records through automation and organized data management. The developed system improves productivity, reduces manual effort, and provides accurate inventory tracking.</a:t>
            </a:r>
          </a:p>
          <a:p>
            <a:pPr algn="just"/>
            <a:r>
              <a:rPr lang="en-US" dirty="0">
                <a:latin typeface="Times New Roman" panose="02020603050405020304" pitchFamily="18" charset="0"/>
                <a:cs typeface="Times New Roman" panose="02020603050405020304" pitchFamily="18" charset="0"/>
              </a:rPr>
              <a:t>This project demonstrates the practical implementation of Flask, MySQL, HTML, and CSS technologies in developing a smart warehouse inventory management solution.</a:t>
            </a:r>
          </a:p>
          <a:p>
            <a:pPr algn="just"/>
            <a:endParaRPr lang="en-IN" b="1"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6D25ECAF-8FE5-CB66-AFF0-5DA5E16F280E}"/>
              </a:ext>
            </a:extLst>
          </p:cNvPr>
          <p:cNvSpPr>
            <a:spLocks noGrp="1"/>
          </p:cNvSpPr>
          <p:nvPr>
            <p:ph type="ftr" sz="quarter" idx="11"/>
          </p:nvPr>
        </p:nvSpPr>
        <p:spPr/>
        <p:txBody>
          <a:bodyPr/>
          <a:lstStyle/>
          <a:p>
            <a:r>
              <a:rPr lang="en-US"/>
              <a:t>Department of Computer Science and Engineering,AJIET</a:t>
            </a:r>
            <a:endParaRPr lang="en-IN"/>
          </a:p>
        </p:txBody>
      </p:sp>
      <p:sp>
        <p:nvSpPr>
          <p:cNvPr id="8" name="Slide Number Placeholder 7">
            <a:extLst>
              <a:ext uri="{FF2B5EF4-FFF2-40B4-BE49-F238E27FC236}">
                <a16:creationId xmlns:a16="http://schemas.microsoft.com/office/drawing/2014/main" id="{9EE47A83-4455-35AD-CF9D-11D1FD55F3E2}"/>
              </a:ext>
            </a:extLst>
          </p:cNvPr>
          <p:cNvSpPr>
            <a:spLocks noGrp="1"/>
          </p:cNvSpPr>
          <p:nvPr>
            <p:ph type="sldNum" sz="quarter" idx="12"/>
          </p:nvPr>
        </p:nvSpPr>
        <p:spPr/>
        <p:txBody>
          <a:bodyPr/>
          <a:lstStyle/>
          <a:p>
            <a:fld id="{6D70A11B-93ED-4B40-B382-8886A9874F19}" type="slidenum">
              <a:rPr lang="en-IN" smtClean="0"/>
              <a:t>7</a:t>
            </a:fld>
            <a:endParaRPr lang="en-IN" dirty="0"/>
          </a:p>
        </p:txBody>
      </p:sp>
    </p:spTree>
    <p:extLst>
      <p:ext uri="{BB962C8B-B14F-4D97-AF65-F5344CB8AC3E}">
        <p14:creationId xmlns:p14="http://schemas.microsoft.com/office/powerpoint/2010/main" val="700789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1CC43-E9D9-8916-323F-6426B094E2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42026-A127-0DBA-C1B5-EF8303DE7817}"/>
              </a:ext>
            </a:extLst>
          </p:cNvPr>
          <p:cNvSpPr>
            <a:spLocks noGrp="1"/>
          </p:cNvSpPr>
          <p:nvPr>
            <p:ph type="ctrTitle"/>
          </p:nvPr>
        </p:nvSpPr>
        <p:spPr>
          <a:xfrm>
            <a:off x="254644" y="300943"/>
            <a:ext cx="10413356" cy="405114"/>
          </a:xfrm>
        </p:spPr>
        <p:txBody>
          <a:bodyPr>
            <a:normAutofit fontScale="90000"/>
          </a:bodyPr>
          <a:lstStyle/>
          <a:p>
            <a:pPr algn="l"/>
            <a:r>
              <a:rPr lang="en-US" sz="3200" b="1" u="sng" dirty="0">
                <a:latin typeface="Times New Roman" panose="02020603050405020304" pitchFamily="18" charset="0"/>
                <a:cs typeface="Times New Roman" panose="02020603050405020304" pitchFamily="18" charset="0"/>
              </a:rPr>
              <a:t>Snapshot</a:t>
            </a:r>
            <a:endParaRPr lang="en-IN" sz="3200" b="1" u="sng"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4AC6C5C-4759-B428-DDC8-B1DB81EE99DF}"/>
              </a:ext>
            </a:extLst>
          </p:cNvPr>
          <p:cNvSpPr>
            <a:spLocks noGrp="1"/>
          </p:cNvSpPr>
          <p:nvPr>
            <p:ph type="subTitle" idx="1"/>
          </p:nvPr>
        </p:nvSpPr>
        <p:spPr>
          <a:xfrm>
            <a:off x="2013994" y="5521124"/>
            <a:ext cx="8403221" cy="835225"/>
          </a:xfrm>
        </p:spPr>
        <p:txBody>
          <a:bodyPr>
            <a:noAutofit/>
          </a:bodyPr>
          <a:lstStyle/>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Fig 5.1: Home Page of Warehouse Inventory Management System</a:t>
            </a:r>
            <a:endParaRPr lang="en-IN"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93C3481D-72F4-5B77-F3E4-3F00F8081795}"/>
              </a:ext>
            </a:extLst>
          </p:cNvPr>
          <p:cNvSpPr>
            <a:spLocks noGrp="1"/>
          </p:cNvSpPr>
          <p:nvPr>
            <p:ph type="ftr" sz="quarter" idx="11"/>
          </p:nvPr>
        </p:nvSpPr>
        <p:spPr/>
        <p:txBody>
          <a:bodyPr/>
          <a:lstStyle/>
          <a:p>
            <a:r>
              <a:rPr lang="en-US"/>
              <a:t>Department of Computer Science and Engineering,AJIET</a:t>
            </a:r>
            <a:endParaRPr lang="en-IN"/>
          </a:p>
        </p:txBody>
      </p:sp>
      <p:sp>
        <p:nvSpPr>
          <p:cNvPr id="8" name="Slide Number Placeholder 7">
            <a:extLst>
              <a:ext uri="{FF2B5EF4-FFF2-40B4-BE49-F238E27FC236}">
                <a16:creationId xmlns:a16="http://schemas.microsoft.com/office/drawing/2014/main" id="{04F2603A-18D7-4EFD-BA66-4B26FD680709}"/>
              </a:ext>
            </a:extLst>
          </p:cNvPr>
          <p:cNvSpPr>
            <a:spLocks noGrp="1"/>
          </p:cNvSpPr>
          <p:nvPr>
            <p:ph type="sldNum" sz="quarter" idx="12"/>
          </p:nvPr>
        </p:nvSpPr>
        <p:spPr/>
        <p:txBody>
          <a:bodyPr/>
          <a:lstStyle/>
          <a:p>
            <a:fld id="{6D70A11B-93ED-4B40-B382-8886A9874F19}" type="slidenum">
              <a:rPr lang="en-IN" smtClean="0"/>
              <a:t>8</a:t>
            </a:fld>
            <a:endParaRPr lang="en-IN" dirty="0"/>
          </a:p>
        </p:txBody>
      </p:sp>
      <p:pic>
        <p:nvPicPr>
          <p:cNvPr id="5" name="Picture 4">
            <a:extLst>
              <a:ext uri="{FF2B5EF4-FFF2-40B4-BE49-F238E27FC236}">
                <a16:creationId xmlns:a16="http://schemas.microsoft.com/office/drawing/2014/main" id="{18601814-8045-5B8C-B321-1EF197AC9F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920" y="960699"/>
            <a:ext cx="10413356" cy="4849791"/>
          </a:xfrm>
          <a:prstGeom prst="rect">
            <a:avLst/>
          </a:prstGeom>
        </p:spPr>
      </p:pic>
    </p:spTree>
    <p:extLst>
      <p:ext uri="{BB962C8B-B14F-4D97-AF65-F5344CB8AC3E}">
        <p14:creationId xmlns:p14="http://schemas.microsoft.com/office/powerpoint/2010/main" val="3511307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098A9-1263-7C59-3E1A-4B9064FE15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EAB1F-734D-095D-BE5D-2E8CC970376F}"/>
              </a:ext>
            </a:extLst>
          </p:cNvPr>
          <p:cNvSpPr>
            <a:spLocks noGrp="1"/>
          </p:cNvSpPr>
          <p:nvPr>
            <p:ph type="ctrTitle"/>
          </p:nvPr>
        </p:nvSpPr>
        <p:spPr>
          <a:xfrm>
            <a:off x="254644" y="300943"/>
            <a:ext cx="10413356" cy="405114"/>
          </a:xfrm>
        </p:spPr>
        <p:txBody>
          <a:bodyPr>
            <a:normAutofit fontScale="90000"/>
          </a:bodyPr>
          <a:lstStyle/>
          <a:p>
            <a:pPr algn="l"/>
            <a:r>
              <a:rPr lang="en-US" sz="3200" b="1" u="sng" dirty="0">
                <a:latin typeface="Times New Roman" panose="02020603050405020304" pitchFamily="18" charset="0"/>
                <a:cs typeface="Times New Roman" panose="02020603050405020304" pitchFamily="18" charset="0"/>
              </a:rPr>
              <a:t>Snapshot</a:t>
            </a:r>
            <a:endParaRPr lang="en-IN" sz="3200" b="1" u="sng"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82455E4-707D-ECE8-4659-0A2A2FEE8F86}"/>
              </a:ext>
            </a:extLst>
          </p:cNvPr>
          <p:cNvSpPr>
            <a:spLocks noGrp="1"/>
          </p:cNvSpPr>
          <p:nvPr>
            <p:ph type="subTitle" idx="1"/>
          </p:nvPr>
        </p:nvSpPr>
        <p:spPr>
          <a:xfrm>
            <a:off x="4038600" y="5382228"/>
            <a:ext cx="4572001" cy="974121"/>
          </a:xfrm>
        </p:spPr>
        <p:txBody>
          <a:bodyPr>
            <a:noAutofit/>
          </a:bodyPr>
          <a:lstStyle/>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Fig 2: Update Product Module</a:t>
            </a:r>
            <a:endParaRPr lang="en-IN"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8586B5E5-BD4C-EDBA-830C-D995276855B8}"/>
              </a:ext>
            </a:extLst>
          </p:cNvPr>
          <p:cNvSpPr>
            <a:spLocks noGrp="1"/>
          </p:cNvSpPr>
          <p:nvPr>
            <p:ph type="ftr" sz="quarter" idx="11"/>
          </p:nvPr>
        </p:nvSpPr>
        <p:spPr/>
        <p:txBody>
          <a:bodyPr/>
          <a:lstStyle/>
          <a:p>
            <a:r>
              <a:rPr lang="en-US"/>
              <a:t>Department of Computer Science and Engineering,AJIET</a:t>
            </a:r>
            <a:endParaRPr lang="en-IN"/>
          </a:p>
        </p:txBody>
      </p:sp>
      <p:sp>
        <p:nvSpPr>
          <p:cNvPr id="8" name="Slide Number Placeholder 7">
            <a:extLst>
              <a:ext uri="{FF2B5EF4-FFF2-40B4-BE49-F238E27FC236}">
                <a16:creationId xmlns:a16="http://schemas.microsoft.com/office/drawing/2014/main" id="{C2AC10EF-D9D4-C556-03D0-F9F5805E59FB}"/>
              </a:ext>
            </a:extLst>
          </p:cNvPr>
          <p:cNvSpPr>
            <a:spLocks noGrp="1"/>
          </p:cNvSpPr>
          <p:nvPr>
            <p:ph type="sldNum" sz="quarter" idx="12"/>
          </p:nvPr>
        </p:nvSpPr>
        <p:spPr/>
        <p:txBody>
          <a:bodyPr/>
          <a:lstStyle/>
          <a:p>
            <a:fld id="{6D70A11B-93ED-4B40-B382-8886A9874F19}" type="slidenum">
              <a:rPr lang="en-IN" smtClean="0"/>
              <a:t>9</a:t>
            </a:fld>
            <a:endParaRPr lang="en-IN" dirty="0"/>
          </a:p>
        </p:txBody>
      </p:sp>
      <p:pic>
        <p:nvPicPr>
          <p:cNvPr id="9" name="Picture 8">
            <a:extLst>
              <a:ext uri="{FF2B5EF4-FFF2-40B4-BE49-F238E27FC236}">
                <a16:creationId xmlns:a16="http://schemas.microsoft.com/office/drawing/2014/main" id="{61A659D4-F0E8-E1D8-2610-B93DF25D67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6338" y="853217"/>
            <a:ext cx="5799323" cy="4968849"/>
          </a:xfrm>
          <a:prstGeom prst="rect">
            <a:avLst/>
          </a:prstGeom>
        </p:spPr>
      </p:pic>
    </p:spTree>
    <p:extLst>
      <p:ext uri="{BB962C8B-B14F-4D97-AF65-F5344CB8AC3E}">
        <p14:creationId xmlns:p14="http://schemas.microsoft.com/office/powerpoint/2010/main" val="675201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732FD-8888-1C74-3473-B8B49CAF4DE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213F2A5-EE69-2E3A-D983-34869E8C89AB}"/>
              </a:ext>
            </a:extLst>
          </p:cNvPr>
          <p:cNvSpPr>
            <a:spLocks noGrp="1"/>
          </p:cNvSpPr>
          <p:nvPr>
            <p:ph type="subTitle" idx="1"/>
          </p:nvPr>
        </p:nvSpPr>
        <p:spPr>
          <a:xfrm>
            <a:off x="838200" y="1435261"/>
            <a:ext cx="9729486" cy="4921089"/>
          </a:xfrm>
        </p:spPr>
        <p:txBody>
          <a:bodyPr>
            <a:noAutofit/>
          </a:bodyPr>
          <a:lstStyle/>
          <a:p>
            <a:pPr algn="just"/>
            <a:r>
              <a:rPr lang="en-US" dirty="0">
                <a:latin typeface="Times New Roman" panose="02020603050405020304" pitchFamily="18" charset="0"/>
                <a:cs typeface="Times New Roman" panose="02020603050405020304" pitchFamily="18" charset="0"/>
              </a:rPr>
              <a:t>The Warehouse Inventory Management System successfully provides an efficient and user-friendly solution for managing warehouse inventory records. The system simplifies inventory operations such as adding, updating, deleting, and monitoring product details through an organized web application.</a:t>
            </a:r>
          </a:p>
          <a:p>
            <a:pPr algn="just"/>
            <a:r>
              <a:rPr lang="en-US" dirty="0">
                <a:latin typeface="Times New Roman" panose="02020603050405020304" pitchFamily="18" charset="0"/>
                <a:cs typeface="Times New Roman" panose="02020603050405020304" pitchFamily="18" charset="0"/>
              </a:rPr>
              <a:t>The project reduces manual effort, improves data accuracy, and enables efficient inventory tracking using Flask and MySQL technologies. The developed system is simple, reliable, and suitable for small and medium-scale warehouse management applications.</a:t>
            </a:r>
          </a:p>
          <a:p>
            <a:pPr algn="just"/>
            <a:endParaRPr lang="en-US"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CD9B3503-D2C0-DFED-5299-6808BB8C572B}"/>
              </a:ext>
            </a:extLst>
          </p:cNvPr>
          <p:cNvSpPr>
            <a:spLocks noGrp="1"/>
          </p:cNvSpPr>
          <p:nvPr>
            <p:ph type="ftr" sz="quarter" idx="11"/>
          </p:nvPr>
        </p:nvSpPr>
        <p:spPr/>
        <p:txBody>
          <a:bodyPr/>
          <a:lstStyle/>
          <a:p>
            <a:r>
              <a:rPr lang="en-US"/>
              <a:t>Department of Computer Science and Engineering,AJIET</a:t>
            </a:r>
            <a:endParaRPr lang="en-IN"/>
          </a:p>
        </p:txBody>
      </p:sp>
      <p:sp>
        <p:nvSpPr>
          <p:cNvPr id="8" name="Slide Number Placeholder 7">
            <a:extLst>
              <a:ext uri="{FF2B5EF4-FFF2-40B4-BE49-F238E27FC236}">
                <a16:creationId xmlns:a16="http://schemas.microsoft.com/office/drawing/2014/main" id="{A72BA320-6CAF-E694-0D23-56F601F8E8F0}"/>
              </a:ext>
            </a:extLst>
          </p:cNvPr>
          <p:cNvSpPr>
            <a:spLocks noGrp="1"/>
          </p:cNvSpPr>
          <p:nvPr>
            <p:ph type="sldNum" sz="quarter" idx="12"/>
          </p:nvPr>
        </p:nvSpPr>
        <p:spPr/>
        <p:txBody>
          <a:bodyPr/>
          <a:lstStyle/>
          <a:p>
            <a:fld id="{6D70A11B-93ED-4B40-B382-8886A9874F19}" type="slidenum">
              <a:rPr lang="en-IN" smtClean="0"/>
              <a:t>10</a:t>
            </a:fld>
            <a:endParaRPr lang="en-IN" dirty="0"/>
          </a:p>
        </p:txBody>
      </p:sp>
      <p:sp>
        <p:nvSpPr>
          <p:cNvPr id="5" name="Title 4">
            <a:extLst>
              <a:ext uri="{FF2B5EF4-FFF2-40B4-BE49-F238E27FC236}">
                <a16:creationId xmlns:a16="http://schemas.microsoft.com/office/drawing/2014/main" id="{470EBAFF-9B54-C07C-9152-50959CA5F685}"/>
              </a:ext>
            </a:extLst>
          </p:cNvPr>
          <p:cNvSpPr>
            <a:spLocks noGrp="1"/>
          </p:cNvSpPr>
          <p:nvPr>
            <p:ph type="ctrTitle"/>
          </p:nvPr>
        </p:nvSpPr>
        <p:spPr>
          <a:xfrm>
            <a:off x="665546" y="636608"/>
            <a:ext cx="7487854" cy="509286"/>
          </a:xfrm>
        </p:spPr>
        <p:txBody>
          <a:bodyPr>
            <a:noAutofit/>
          </a:bodyPr>
          <a:lstStyle/>
          <a:p>
            <a:pPr algn="l"/>
            <a:r>
              <a:rPr lang="en-US" sz="3000" b="1" u="sng" dirty="0">
                <a:latin typeface="Times New Roman" panose="02020603050405020304" pitchFamily="18" charset="0"/>
                <a:cs typeface="Times New Roman" panose="02020603050405020304" pitchFamily="18" charset="0"/>
              </a:rPr>
              <a:t>Conclusion:</a:t>
            </a:r>
            <a:endParaRPr lang="en-IN" sz="30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2552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126E3-4B1A-FAF5-BDA7-19AFCDF11C1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DA15196-1318-CCA1-F71B-FFF85853E12B}"/>
              </a:ext>
            </a:extLst>
          </p:cNvPr>
          <p:cNvSpPr>
            <a:spLocks noGrp="1"/>
          </p:cNvSpPr>
          <p:nvPr>
            <p:ph type="subTitle" idx="1"/>
          </p:nvPr>
        </p:nvSpPr>
        <p:spPr>
          <a:xfrm>
            <a:off x="838200" y="1435261"/>
            <a:ext cx="9729486" cy="4921089"/>
          </a:xfrm>
        </p:spPr>
        <p:txBody>
          <a:bodyPr>
            <a:noAutofit/>
          </a:bodyPr>
          <a:lstStyle/>
          <a:p>
            <a:pPr marL="457200" indent="-4572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Flask Official Documentation – </a:t>
            </a:r>
            <a:r>
              <a:rPr lang="en-US" dirty="0">
                <a:latin typeface="Times New Roman" panose="02020603050405020304" pitchFamily="18" charset="0"/>
                <a:cs typeface="Times New Roman" panose="02020603050405020304" pitchFamily="18" charset="0"/>
                <a:hlinkClick r:id="rId2"/>
              </a:rPr>
              <a:t>https://flask.palletsprojects.com/</a:t>
            </a:r>
            <a:endParaRPr lang="en-US"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MySQL Documentation – </a:t>
            </a:r>
            <a:r>
              <a:rPr lang="en-US" dirty="0">
                <a:latin typeface="Times New Roman" panose="02020603050405020304" pitchFamily="18" charset="0"/>
                <a:cs typeface="Times New Roman" panose="02020603050405020304" pitchFamily="18" charset="0"/>
                <a:hlinkClick r:id="rId3"/>
              </a:rPr>
              <a:t>https://dev.mysql.com/doc/</a:t>
            </a:r>
            <a:endParaRPr lang="en-US"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HTML &amp; CSS Tutorials – </a:t>
            </a:r>
            <a:r>
              <a:rPr lang="en-US" dirty="0">
                <a:latin typeface="Times New Roman" panose="02020603050405020304" pitchFamily="18" charset="0"/>
                <a:cs typeface="Times New Roman" panose="02020603050405020304" pitchFamily="18" charset="0"/>
                <a:hlinkClick r:id="rId4"/>
              </a:rPr>
              <a:t>https://www.w3schools.com/</a:t>
            </a:r>
            <a:endParaRPr lang="en-US"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Python Documentation – </a:t>
            </a:r>
            <a:r>
              <a:rPr lang="en-US" dirty="0">
                <a:latin typeface="Times New Roman" panose="02020603050405020304" pitchFamily="18" charset="0"/>
                <a:cs typeface="Times New Roman" panose="02020603050405020304" pitchFamily="18" charset="0"/>
                <a:hlinkClick r:id="rId5"/>
              </a:rPr>
              <a:t>https://docs.python.org/</a:t>
            </a:r>
            <a:endParaRPr lang="en-US"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Bootstrap Documentation – https://getbootstrap.com/</a:t>
            </a:r>
          </a:p>
        </p:txBody>
      </p:sp>
      <p:sp>
        <p:nvSpPr>
          <p:cNvPr id="7" name="Footer Placeholder 6">
            <a:extLst>
              <a:ext uri="{FF2B5EF4-FFF2-40B4-BE49-F238E27FC236}">
                <a16:creationId xmlns:a16="http://schemas.microsoft.com/office/drawing/2014/main" id="{6310246A-2FF0-FE31-C63A-7FB112F82AE5}"/>
              </a:ext>
            </a:extLst>
          </p:cNvPr>
          <p:cNvSpPr>
            <a:spLocks noGrp="1"/>
          </p:cNvSpPr>
          <p:nvPr>
            <p:ph type="ftr" sz="quarter" idx="11"/>
          </p:nvPr>
        </p:nvSpPr>
        <p:spPr/>
        <p:txBody>
          <a:bodyPr/>
          <a:lstStyle/>
          <a:p>
            <a:r>
              <a:rPr lang="en-US"/>
              <a:t>Department of Computer Science and Engineering,AJIET</a:t>
            </a:r>
            <a:endParaRPr lang="en-IN"/>
          </a:p>
        </p:txBody>
      </p:sp>
      <p:sp>
        <p:nvSpPr>
          <p:cNvPr id="8" name="Slide Number Placeholder 7">
            <a:extLst>
              <a:ext uri="{FF2B5EF4-FFF2-40B4-BE49-F238E27FC236}">
                <a16:creationId xmlns:a16="http://schemas.microsoft.com/office/drawing/2014/main" id="{4DA38B3A-4A85-12D8-9345-4B11E9719508}"/>
              </a:ext>
            </a:extLst>
          </p:cNvPr>
          <p:cNvSpPr>
            <a:spLocks noGrp="1"/>
          </p:cNvSpPr>
          <p:nvPr>
            <p:ph type="sldNum" sz="quarter" idx="12"/>
          </p:nvPr>
        </p:nvSpPr>
        <p:spPr/>
        <p:txBody>
          <a:bodyPr/>
          <a:lstStyle/>
          <a:p>
            <a:fld id="{6D70A11B-93ED-4B40-B382-8886A9874F19}" type="slidenum">
              <a:rPr lang="en-IN" smtClean="0"/>
              <a:t>11</a:t>
            </a:fld>
            <a:endParaRPr lang="en-IN" dirty="0"/>
          </a:p>
        </p:txBody>
      </p:sp>
      <p:sp>
        <p:nvSpPr>
          <p:cNvPr id="5" name="Title 4">
            <a:extLst>
              <a:ext uri="{FF2B5EF4-FFF2-40B4-BE49-F238E27FC236}">
                <a16:creationId xmlns:a16="http://schemas.microsoft.com/office/drawing/2014/main" id="{24416BE8-E43B-95DB-6650-CF4F118BB502}"/>
              </a:ext>
            </a:extLst>
          </p:cNvPr>
          <p:cNvSpPr>
            <a:spLocks noGrp="1"/>
          </p:cNvSpPr>
          <p:nvPr>
            <p:ph type="ctrTitle"/>
          </p:nvPr>
        </p:nvSpPr>
        <p:spPr>
          <a:xfrm>
            <a:off x="665546" y="636608"/>
            <a:ext cx="7487854" cy="509286"/>
          </a:xfrm>
        </p:spPr>
        <p:txBody>
          <a:bodyPr>
            <a:noAutofit/>
          </a:bodyPr>
          <a:lstStyle/>
          <a:p>
            <a:pPr algn="l"/>
            <a:r>
              <a:rPr lang="en-US" sz="3000" b="1" u="sng" dirty="0">
                <a:latin typeface="Times New Roman" panose="02020603050405020304" pitchFamily="18" charset="0"/>
                <a:cs typeface="Times New Roman" panose="02020603050405020304" pitchFamily="18" charset="0"/>
              </a:rPr>
              <a:t>References</a:t>
            </a:r>
            <a:endParaRPr lang="en-IN" sz="30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8637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17337-0431-46F4-B2AC-BF621AAA0FB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93E52D0-B227-DFE6-A577-510501C535D5}"/>
              </a:ext>
            </a:extLst>
          </p:cNvPr>
          <p:cNvSpPr>
            <a:spLocks noGrp="1"/>
          </p:cNvSpPr>
          <p:nvPr>
            <p:ph type="subTitle" idx="1"/>
          </p:nvPr>
        </p:nvSpPr>
        <p:spPr>
          <a:xfrm>
            <a:off x="838200" y="1435261"/>
            <a:ext cx="9729486" cy="4921089"/>
          </a:xfrm>
        </p:spPr>
        <p:txBody>
          <a:bodyPr>
            <a:noAutofit/>
          </a:bodyPr>
          <a:lstStyle/>
          <a:p>
            <a:pPr algn="just"/>
            <a:endParaRPr lang="en-US"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E1D9E9B7-5924-E030-7733-344A6F9DEA52}"/>
              </a:ext>
            </a:extLst>
          </p:cNvPr>
          <p:cNvSpPr>
            <a:spLocks noGrp="1"/>
          </p:cNvSpPr>
          <p:nvPr>
            <p:ph type="ftr" sz="quarter" idx="11"/>
          </p:nvPr>
        </p:nvSpPr>
        <p:spPr/>
        <p:txBody>
          <a:bodyPr/>
          <a:lstStyle/>
          <a:p>
            <a:r>
              <a:rPr lang="en-US"/>
              <a:t>Department of Computer Science and Engineering,AJIET</a:t>
            </a:r>
            <a:endParaRPr lang="en-IN"/>
          </a:p>
        </p:txBody>
      </p:sp>
      <p:sp>
        <p:nvSpPr>
          <p:cNvPr id="8" name="Slide Number Placeholder 7">
            <a:extLst>
              <a:ext uri="{FF2B5EF4-FFF2-40B4-BE49-F238E27FC236}">
                <a16:creationId xmlns:a16="http://schemas.microsoft.com/office/drawing/2014/main" id="{142D8D08-8B3E-D97B-A149-D64C16908CF2}"/>
              </a:ext>
            </a:extLst>
          </p:cNvPr>
          <p:cNvSpPr>
            <a:spLocks noGrp="1"/>
          </p:cNvSpPr>
          <p:nvPr>
            <p:ph type="sldNum" sz="quarter" idx="12"/>
          </p:nvPr>
        </p:nvSpPr>
        <p:spPr/>
        <p:txBody>
          <a:bodyPr/>
          <a:lstStyle/>
          <a:p>
            <a:fld id="{6D70A11B-93ED-4B40-B382-8886A9874F19}" type="slidenum">
              <a:rPr lang="en-IN" smtClean="0"/>
              <a:t>12</a:t>
            </a:fld>
            <a:endParaRPr lang="en-IN" dirty="0"/>
          </a:p>
        </p:txBody>
      </p:sp>
      <p:sp>
        <p:nvSpPr>
          <p:cNvPr id="5" name="Title 4">
            <a:extLst>
              <a:ext uri="{FF2B5EF4-FFF2-40B4-BE49-F238E27FC236}">
                <a16:creationId xmlns:a16="http://schemas.microsoft.com/office/drawing/2014/main" id="{3A1A1B88-A939-BF0B-9AEC-F5081F60E5D2}"/>
              </a:ext>
            </a:extLst>
          </p:cNvPr>
          <p:cNvSpPr>
            <a:spLocks noGrp="1"/>
          </p:cNvSpPr>
          <p:nvPr>
            <p:ph type="ctrTitle"/>
          </p:nvPr>
        </p:nvSpPr>
        <p:spPr>
          <a:xfrm>
            <a:off x="665546" y="636608"/>
            <a:ext cx="10688254" cy="3194612"/>
          </a:xfrm>
        </p:spPr>
        <p:txBody>
          <a:bodyPr>
            <a:noAutofit/>
          </a:bodyPr>
          <a:lstStyle/>
          <a:p>
            <a:r>
              <a:rPr lang="en-US" sz="4000" b="1" u="sng" dirty="0">
                <a:latin typeface="Times New Roman" panose="02020603050405020304" pitchFamily="18" charset="0"/>
                <a:cs typeface="Times New Roman" panose="02020603050405020304" pitchFamily="18" charset="0"/>
              </a:rPr>
              <a:t>THANK YOU</a:t>
            </a:r>
            <a:endParaRPr lang="en-IN" sz="40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13723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158</TotalTime>
  <Words>721</Words>
  <Application>Microsoft Office PowerPoint</Application>
  <PresentationFormat>Widescreen</PresentationFormat>
  <Paragraphs>89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Times New Roman</vt:lpstr>
      <vt:lpstr>Office Theme</vt:lpstr>
      <vt:lpstr>WAREHOUSE INVENTORY SYSTEM</vt:lpstr>
      <vt:lpstr>Contents:</vt:lpstr>
      <vt:lpstr>Introduction:</vt:lpstr>
      <vt:lpstr>Problem Statement &amp; Objective:</vt:lpstr>
      <vt:lpstr>Block Diagram:</vt:lpstr>
      <vt:lpstr>Methodology:</vt:lpstr>
      <vt:lpstr>Results:</vt:lpstr>
      <vt:lpstr>Snapshot</vt:lpstr>
      <vt:lpstr>Snapshot</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Thrupthi B S</dc:creator>
  <cp:lastModifiedBy>Thrupthi B S</cp:lastModifiedBy>
  <cp:revision>2</cp:revision>
  <dcterms:created xsi:type="dcterms:W3CDTF">2026-05-28T11:03:27Z</dcterms:created>
  <dcterms:modified xsi:type="dcterms:W3CDTF">2026-05-28T13:41:48Z</dcterms:modified>
</cp:coreProperties>
</file>